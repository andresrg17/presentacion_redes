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71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86" y="-3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DA4C99-990F-DE30-83E5-6EACF9047A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452EF86-B451-414B-EC33-C236485780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D8DBFC1-4523-EA1A-7C88-E6FD8FB5B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C4F6A-DD1F-4964-8271-E0674F9DFEA3}" type="datetimeFigureOut">
              <a:rPr lang="es-CO" smtClean="0"/>
              <a:t>6/06/2026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FDCBD7-D33B-0A9C-2211-434E71186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CE1298-4E07-A2E2-9E2E-28AD4B11E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BAF1A-6AE2-42C6-9665-2CADDBABA7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51897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6AA86A-999A-3A00-A5D7-D6285A3D2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27588A2-97D6-6E9E-37C1-2A7C1123C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7D152F-C28A-A25D-639F-313A80EBF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C4F6A-DD1F-4964-8271-E0674F9DFEA3}" type="datetimeFigureOut">
              <a:rPr lang="es-CO" smtClean="0"/>
              <a:t>6/06/2026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02FC8F2-1188-8BCE-8AF5-D06406035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0F01187-D8EE-5C1B-7956-F49BEBD6C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BAF1A-6AE2-42C6-9665-2CADDBABA7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06877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1ACBA7-CCB0-1964-E47A-3D1207FF5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A939C67-81B7-7639-F638-C6B3E5D2AA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C5D92D-FD61-670E-2E0F-F5C62C908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C4F6A-DD1F-4964-8271-E0674F9DFEA3}" type="datetimeFigureOut">
              <a:rPr lang="es-CO" smtClean="0"/>
              <a:t>6/06/2026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42B7B3-5C5E-2A88-90D4-AEBB25D6B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F593A7F-6B52-C91F-EBF1-065B7F83A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BAF1A-6AE2-42C6-9665-2CADDBABA7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28328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2AABB1-7161-FB25-E2D5-938C78F6F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FE65D2-4986-74B4-A959-CFAAB7497E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FBE8BC7-FC5E-DE84-28DD-0CC2E71C81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EC608A2-8F8B-F7BE-D408-8B1D827D8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C4F6A-DD1F-4964-8271-E0674F9DFEA3}" type="datetimeFigureOut">
              <a:rPr lang="es-CO" smtClean="0"/>
              <a:t>6/06/2026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D100EAC-ED60-46CE-215A-818E5F675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6B49B60-C8B2-1B8B-FFB5-872F160D9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BAF1A-6AE2-42C6-9665-2CADDBABA7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44003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97D875-3C6D-A8BB-1608-514607C74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8E17E1-C0C8-C52B-811A-C8B8C52967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E7EC5F2-076E-E0CF-948C-2B201C1945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B22D129-273A-EE9F-B497-10C534ED90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D3BB72E-DC68-CF41-E718-553D47771D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C8CE705-1AEB-5066-FA06-E29C492C4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C4F6A-DD1F-4964-8271-E0674F9DFEA3}" type="datetimeFigureOut">
              <a:rPr lang="es-CO" smtClean="0"/>
              <a:t>6/06/2026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43F8B53-6AAB-51C8-7212-641530A32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0CB87D5-1AA2-91DD-023C-64967A614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BAF1A-6AE2-42C6-9665-2CADDBABA7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63414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4C90EF-021F-04F6-812E-D37898D81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A03471D-D274-424E-810F-2D5C8BBF0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C4F6A-DD1F-4964-8271-E0674F9DFEA3}" type="datetimeFigureOut">
              <a:rPr lang="es-CO" smtClean="0"/>
              <a:t>6/06/2026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B6FC256-A7C0-A2A2-4CE3-59BF0944E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1DFF944-595E-52BB-1A0E-0C0992EB2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BAF1A-6AE2-42C6-9665-2CADDBABA7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46088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1F0FD8F-684E-868C-F518-6F0A88C40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C4F6A-DD1F-4964-8271-E0674F9DFEA3}" type="datetimeFigureOut">
              <a:rPr lang="es-CO" smtClean="0"/>
              <a:t>6/06/2026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7968D49-0238-69BE-A408-C98EA31C1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3AC888F-754A-6E01-3574-C7CA51E7A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BAF1A-6AE2-42C6-9665-2CADDBABA7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71547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18ED08-B129-BA7C-8D71-CB8ACEEA0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1104F4-5A0D-4CDB-6759-85E58ED37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7F1CFD7-488F-FD87-24CB-B352B11940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DBBF31-CDDD-8DE8-B529-DF9DC9B6F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C4F6A-DD1F-4964-8271-E0674F9DFEA3}" type="datetimeFigureOut">
              <a:rPr lang="es-CO" smtClean="0"/>
              <a:t>6/06/2026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DFC1803-3AC4-E7E3-69C8-1D4162EB0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2F1E646-657A-D356-5EC1-1077C8047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BAF1A-6AE2-42C6-9665-2CADDBABA7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96056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E87561-AD85-CCF3-D282-AD263C998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372083B-91BB-2094-F0A1-C54CC97E24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C89FA34-E8B0-3457-C59D-21D261782F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372C05C-83BC-E8EA-684D-1E9C4E179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C4F6A-DD1F-4964-8271-E0674F9DFEA3}" type="datetimeFigureOut">
              <a:rPr lang="es-CO" smtClean="0"/>
              <a:t>6/06/2026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E48707F-EED5-3263-2657-74978E370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7D4B540-A754-6322-824B-F9CB14AE9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BAF1A-6AE2-42C6-9665-2CADDBABA7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8476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383170-17AC-8C09-F8BF-AD8A80B14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70FC8E2-89DF-D867-2701-A88D7063FC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EF26267-F323-4891-3360-4FF7D82CE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C4F6A-DD1F-4964-8271-E0674F9DFEA3}" type="datetimeFigureOut">
              <a:rPr lang="es-CO" smtClean="0"/>
              <a:t>6/06/2026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08AA21F-9709-F749-7E24-D4128028F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F8DDF5E-66EE-996C-0F5B-C441A89B2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BAF1A-6AE2-42C6-9665-2CADDBABA7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13722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394634C-1420-7787-BB44-24FF26F517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E89C669-8880-F140-F44E-D93229C0C8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8CE4386-4695-0AB8-EDBD-3FB59D89E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C4F6A-DD1F-4964-8271-E0674F9DFEA3}" type="datetimeFigureOut">
              <a:rPr lang="es-CO" smtClean="0"/>
              <a:t>6/06/2026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6C81FE-2A05-F416-C8A6-D4DED67D6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C0CA2F-307A-51A3-7C0B-BC3374119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BAF1A-6AE2-42C6-9665-2CADDBABA7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28209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53D3FF1-F396-148C-B6E2-22F016E38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2332EB1-DDB6-9ED2-CD3A-C67B1E776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07503D-D22D-D60D-B61B-F1E3C8A691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6C4F6A-DD1F-4964-8271-E0674F9DFEA3}" type="datetimeFigureOut">
              <a:rPr lang="es-CO" smtClean="0"/>
              <a:t>6/06/2026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A6651F-F1B5-922A-70C3-AAF37C4C1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08D765-476E-A9E7-544F-71DABDA866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2BAF1A-6AE2-42C6-9665-2CADDBABA7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77657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Rectángulo: esquinas redondeadas 294">
            <a:extLst>
              <a:ext uri="{FF2B5EF4-FFF2-40B4-BE49-F238E27FC236}">
                <a16:creationId xmlns:a16="http://schemas.microsoft.com/office/drawing/2014/main" id="{3B8ABD0A-3F76-6B94-0666-CE42794E849E}"/>
              </a:ext>
            </a:extLst>
          </p:cNvPr>
          <p:cNvSpPr/>
          <p:nvPr/>
        </p:nvSpPr>
        <p:spPr>
          <a:xfrm rot="20214259">
            <a:off x="3363273" y="1734287"/>
            <a:ext cx="1980000" cy="216000"/>
          </a:xfrm>
          <a:prstGeom prst="roundRect">
            <a:avLst/>
          </a:prstGeom>
          <a:solidFill>
            <a:srgbClr val="EB712D">
              <a:alpha val="2784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4" name="Rectángulo: esquinas redondeadas 293">
            <a:extLst>
              <a:ext uri="{FF2B5EF4-FFF2-40B4-BE49-F238E27FC236}">
                <a16:creationId xmlns:a16="http://schemas.microsoft.com/office/drawing/2014/main" id="{437AF001-339C-8E97-E335-8FB01A754DA3}"/>
              </a:ext>
            </a:extLst>
          </p:cNvPr>
          <p:cNvSpPr/>
          <p:nvPr/>
        </p:nvSpPr>
        <p:spPr>
          <a:xfrm rot="1373932">
            <a:off x="3378513" y="2686787"/>
            <a:ext cx="1980000" cy="216000"/>
          </a:xfrm>
          <a:prstGeom prst="roundRect">
            <a:avLst/>
          </a:prstGeom>
          <a:solidFill>
            <a:srgbClr val="EB712D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53" name="Rectángulo: esquinas redondeadas 252">
            <a:extLst>
              <a:ext uri="{FF2B5EF4-FFF2-40B4-BE49-F238E27FC236}">
                <a16:creationId xmlns:a16="http://schemas.microsoft.com/office/drawing/2014/main" id="{C29E463C-B01C-EE4A-2825-301F1D1BB2AD}"/>
              </a:ext>
            </a:extLst>
          </p:cNvPr>
          <p:cNvSpPr/>
          <p:nvPr/>
        </p:nvSpPr>
        <p:spPr>
          <a:xfrm rot="16200000">
            <a:off x="4568338" y="2303602"/>
            <a:ext cx="1537734" cy="216000"/>
          </a:xfrm>
          <a:prstGeom prst="roundRect">
            <a:avLst/>
          </a:prstGeom>
          <a:solidFill>
            <a:srgbClr val="EB712D">
              <a:alpha val="5098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52" name="Rectángulo: esquinas redondeadas 251">
            <a:extLst>
              <a:ext uri="{FF2B5EF4-FFF2-40B4-BE49-F238E27FC236}">
                <a16:creationId xmlns:a16="http://schemas.microsoft.com/office/drawing/2014/main" id="{3F7C5193-D95A-D08A-4E0D-774C6B99E915}"/>
              </a:ext>
            </a:extLst>
          </p:cNvPr>
          <p:cNvSpPr/>
          <p:nvPr/>
        </p:nvSpPr>
        <p:spPr>
          <a:xfrm rot="19814728">
            <a:off x="3950861" y="3472423"/>
            <a:ext cx="1537734" cy="216000"/>
          </a:xfrm>
          <a:prstGeom prst="roundRect">
            <a:avLst/>
          </a:prstGeom>
          <a:solidFill>
            <a:srgbClr val="EB712D">
              <a:alpha val="5098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51" name="Rectángulo: esquinas redondeadas 250">
            <a:extLst>
              <a:ext uri="{FF2B5EF4-FFF2-40B4-BE49-F238E27FC236}">
                <a16:creationId xmlns:a16="http://schemas.microsoft.com/office/drawing/2014/main" id="{0E05786E-AE4A-4750-CD35-E0F0AF0FCDFB}"/>
              </a:ext>
            </a:extLst>
          </p:cNvPr>
          <p:cNvSpPr/>
          <p:nvPr/>
        </p:nvSpPr>
        <p:spPr>
          <a:xfrm rot="3837572">
            <a:off x="2924472" y="2972558"/>
            <a:ext cx="1537734" cy="216000"/>
          </a:xfrm>
          <a:prstGeom prst="roundRect">
            <a:avLst/>
          </a:prstGeom>
          <a:solidFill>
            <a:srgbClr val="EB712D">
              <a:alpha val="5098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50" name="Rectángulo: esquinas redondeadas 249">
            <a:extLst>
              <a:ext uri="{FF2B5EF4-FFF2-40B4-BE49-F238E27FC236}">
                <a16:creationId xmlns:a16="http://schemas.microsoft.com/office/drawing/2014/main" id="{F5B717E0-A82E-7EB7-4768-84F9D72298C8}"/>
              </a:ext>
            </a:extLst>
          </p:cNvPr>
          <p:cNvSpPr/>
          <p:nvPr/>
        </p:nvSpPr>
        <p:spPr>
          <a:xfrm rot="19933396">
            <a:off x="1392998" y="2631910"/>
            <a:ext cx="1870661" cy="216000"/>
          </a:xfrm>
          <a:prstGeom prst="roundRect">
            <a:avLst/>
          </a:prstGeom>
          <a:solidFill>
            <a:srgbClr val="EB712D">
              <a:alpha val="5098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94" name="Conector recto de flecha 93">
            <a:extLst>
              <a:ext uri="{FF2B5EF4-FFF2-40B4-BE49-F238E27FC236}">
                <a16:creationId xmlns:a16="http://schemas.microsoft.com/office/drawing/2014/main" id="{637D57F1-BB05-D43F-EF2A-0B88EC9F5CB5}"/>
              </a:ext>
            </a:extLst>
          </p:cNvPr>
          <p:cNvCxnSpPr>
            <a:cxnSpLocks/>
          </p:cNvCxnSpPr>
          <p:nvPr/>
        </p:nvCxnSpPr>
        <p:spPr>
          <a:xfrm>
            <a:off x="3434314" y="2528620"/>
            <a:ext cx="537304" cy="1113616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8" name="Elipse 127">
            <a:extLst>
              <a:ext uri="{FF2B5EF4-FFF2-40B4-BE49-F238E27FC236}">
                <a16:creationId xmlns:a16="http://schemas.microsoft.com/office/drawing/2014/main" id="{670E0059-61D5-08AE-E49D-8CB6BA05BE47}"/>
              </a:ext>
            </a:extLst>
          </p:cNvPr>
          <p:cNvSpPr/>
          <p:nvPr/>
        </p:nvSpPr>
        <p:spPr>
          <a:xfrm>
            <a:off x="3057159" y="1988620"/>
            <a:ext cx="504000" cy="540000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400" dirty="0"/>
              <a:t>3</a:t>
            </a:r>
            <a:endParaRPr lang="es-CO" dirty="0"/>
          </a:p>
        </p:txBody>
      </p:sp>
      <p:sp>
        <p:nvSpPr>
          <p:cNvPr id="131" name="Elipse 130">
            <a:extLst>
              <a:ext uri="{FF2B5EF4-FFF2-40B4-BE49-F238E27FC236}">
                <a16:creationId xmlns:a16="http://schemas.microsoft.com/office/drawing/2014/main" id="{74BDA891-A291-0010-DC9B-5E0652E471AD}"/>
              </a:ext>
            </a:extLst>
          </p:cNvPr>
          <p:cNvSpPr/>
          <p:nvPr/>
        </p:nvSpPr>
        <p:spPr>
          <a:xfrm>
            <a:off x="4284732" y="4562673"/>
            <a:ext cx="504000" cy="540000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400" dirty="0"/>
              <a:t>5</a:t>
            </a:r>
            <a:endParaRPr lang="es-CO" dirty="0"/>
          </a:p>
        </p:txBody>
      </p:sp>
      <p:sp>
        <p:nvSpPr>
          <p:cNvPr id="132" name="Elipse 131">
            <a:extLst>
              <a:ext uri="{FF2B5EF4-FFF2-40B4-BE49-F238E27FC236}">
                <a16:creationId xmlns:a16="http://schemas.microsoft.com/office/drawing/2014/main" id="{6C8770CD-CAAE-0920-B299-D0AE895349FB}"/>
              </a:ext>
            </a:extLst>
          </p:cNvPr>
          <p:cNvSpPr/>
          <p:nvPr/>
        </p:nvSpPr>
        <p:spPr>
          <a:xfrm>
            <a:off x="5100327" y="2976706"/>
            <a:ext cx="504000" cy="540000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400" dirty="0"/>
              <a:t>6</a:t>
            </a:r>
            <a:endParaRPr lang="es-CO" dirty="0"/>
          </a:p>
        </p:txBody>
      </p:sp>
      <p:sp>
        <p:nvSpPr>
          <p:cNvPr id="133" name="Elipse 132">
            <a:extLst>
              <a:ext uri="{FF2B5EF4-FFF2-40B4-BE49-F238E27FC236}">
                <a16:creationId xmlns:a16="http://schemas.microsoft.com/office/drawing/2014/main" id="{8FE72A2F-A983-80D4-573B-0D584C3D7780}"/>
              </a:ext>
            </a:extLst>
          </p:cNvPr>
          <p:cNvSpPr/>
          <p:nvPr/>
        </p:nvSpPr>
        <p:spPr>
          <a:xfrm>
            <a:off x="5102000" y="1260117"/>
            <a:ext cx="504000" cy="540000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400" dirty="0"/>
              <a:t>7</a:t>
            </a:r>
            <a:endParaRPr lang="es-CO" dirty="0"/>
          </a:p>
        </p:txBody>
      </p:sp>
      <p:sp>
        <p:nvSpPr>
          <p:cNvPr id="134" name="Elipse 133">
            <a:extLst>
              <a:ext uri="{FF2B5EF4-FFF2-40B4-BE49-F238E27FC236}">
                <a16:creationId xmlns:a16="http://schemas.microsoft.com/office/drawing/2014/main" id="{C7723E62-D1C5-581C-6C92-DB78074D5D6D}"/>
              </a:ext>
            </a:extLst>
          </p:cNvPr>
          <p:cNvSpPr/>
          <p:nvPr/>
        </p:nvSpPr>
        <p:spPr>
          <a:xfrm>
            <a:off x="3827530" y="3643242"/>
            <a:ext cx="504000" cy="540000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400" dirty="0"/>
              <a:t>4</a:t>
            </a:r>
            <a:endParaRPr lang="es-CO" dirty="0"/>
          </a:p>
        </p:txBody>
      </p:sp>
      <p:sp>
        <p:nvSpPr>
          <p:cNvPr id="135" name="Elipse 134">
            <a:extLst>
              <a:ext uri="{FF2B5EF4-FFF2-40B4-BE49-F238E27FC236}">
                <a16:creationId xmlns:a16="http://schemas.microsoft.com/office/drawing/2014/main" id="{121825E3-B440-69C0-DF1C-3281410A871F}"/>
              </a:ext>
            </a:extLst>
          </p:cNvPr>
          <p:cNvSpPr/>
          <p:nvPr/>
        </p:nvSpPr>
        <p:spPr>
          <a:xfrm>
            <a:off x="2231522" y="4559325"/>
            <a:ext cx="504000" cy="540000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400" dirty="0"/>
              <a:t>2</a:t>
            </a:r>
            <a:endParaRPr lang="es-CO" dirty="0"/>
          </a:p>
        </p:txBody>
      </p:sp>
      <p:sp>
        <p:nvSpPr>
          <p:cNvPr id="136" name="Elipse 135">
            <a:extLst>
              <a:ext uri="{FF2B5EF4-FFF2-40B4-BE49-F238E27FC236}">
                <a16:creationId xmlns:a16="http://schemas.microsoft.com/office/drawing/2014/main" id="{1BB72949-4821-1B42-4A48-056BA7DEE7C5}"/>
              </a:ext>
            </a:extLst>
          </p:cNvPr>
          <p:cNvSpPr/>
          <p:nvPr/>
        </p:nvSpPr>
        <p:spPr>
          <a:xfrm>
            <a:off x="1137929" y="2963308"/>
            <a:ext cx="504000" cy="540000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400" dirty="0"/>
              <a:t>1</a:t>
            </a:r>
            <a:endParaRPr lang="es-CO" dirty="0"/>
          </a:p>
        </p:txBody>
      </p:sp>
      <p:cxnSp>
        <p:nvCxnSpPr>
          <p:cNvPr id="140" name="Conector recto de flecha 139">
            <a:extLst>
              <a:ext uri="{FF2B5EF4-FFF2-40B4-BE49-F238E27FC236}">
                <a16:creationId xmlns:a16="http://schemas.microsoft.com/office/drawing/2014/main" id="{FF088EF1-999E-7D6A-E66F-E43CEE29A6B5}"/>
              </a:ext>
            </a:extLst>
          </p:cNvPr>
          <p:cNvCxnSpPr>
            <a:cxnSpLocks/>
          </p:cNvCxnSpPr>
          <p:nvPr/>
        </p:nvCxnSpPr>
        <p:spPr>
          <a:xfrm flipV="1">
            <a:off x="2540628" y="2541946"/>
            <a:ext cx="646372" cy="2017211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1" name="Conector recto de flecha 140">
            <a:extLst>
              <a:ext uri="{FF2B5EF4-FFF2-40B4-BE49-F238E27FC236}">
                <a16:creationId xmlns:a16="http://schemas.microsoft.com/office/drawing/2014/main" id="{606B0A90-00B6-4FA0-6EDE-93B4C18721CA}"/>
              </a:ext>
            </a:extLst>
          </p:cNvPr>
          <p:cNvCxnSpPr>
            <a:cxnSpLocks/>
          </p:cNvCxnSpPr>
          <p:nvPr/>
        </p:nvCxnSpPr>
        <p:spPr>
          <a:xfrm>
            <a:off x="3516010" y="2402816"/>
            <a:ext cx="1605032" cy="718054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6" name="Conector recto de flecha 145">
            <a:extLst>
              <a:ext uri="{FF2B5EF4-FFF2-40B4-BE49-F238E27FC236}">
                <a16:creationId xmlns:a16="http://schemas.microsoft.com/office/drawing/2014/main" id="{48E039DA-BE99-3473-7054-C4B164B212EC}"/>
              </a:ext>
            </a:extLst>
          </p:cNvPr>
          <p:cNvCxnSpPr>
            <a:cxnSpLocks/>
          </p:cNvCxnSpPr>
          <p:nvPr/>
        </p:nvCxnSpPr>
        <p:spPr>
          <a:xfrm flipV="1">
            <a:off x="2653237" y="4018989"/>
            <a:ext cx="1174293" cy="637487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2" name="Conector recto de flecha 161">
            <a:extLst>
              <a:ext uri="{FF2B5EF4-FFF2-40B4-BE49-F238E27FC236}">
                <a16:creationId xmlns:a16="http://schemas.microsoft.com/office/drawing/2014/main" id="{360B5AD5-3519-1694-B207-5F4DC75CC8F0}"/>
              </a:ext>
            </a:extLst>
          </p:cNvPr>
          <p:cNvCxnSpPr>
            <a:cxnSpLocks/>
          </p:cNvCxnSpPr>
          <p:nvPr/>
        </p:nvCxnSpPr>
        <p:spPr>
          <a:xfrm flipV="1">
            <a:off x="4307004" y="3357487"/>
            <a:ext cx="793323" cy="427666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67" name="Grupo 166">
            <a:extLst>
              <a:ext uri="{FF2B5EF4-FFF2-40B4-BE49-F238E27FC236}">
                <a16:creationId xmlns:a16="http://schemas.microsoft.com/office/drawing/2014/main" id="{B73151CA-FED5-95EB-6C07-6CE8C6193224}"/>
              </a:ext>
            </a:extLst>
          </p:cNvPr>
          <p:cNvGrpSpPr/>
          <p:nvPr/>
        </p:nvGrpSpPr>
        <p:grpSpPr>
          <a:xfrm rot="19971564">
            <a:off x="1942445" y="2632430"/>
            <a:ext cx="518548" cy="108930"/>
            <a:chOff x="7777424" y="2883875"/>
            <a:chExt cx="593258" cy="137455"/>
          </a:xfrm>
        </p:grpSpPr>
        <p:sp>
          <p:nvSpPr>
            <p:cNvPr id="164" name="Flecha: cheurón 163">
              <a:extLst>
                <a:ext uri="{FF2B5EF4-FFF2-40B4-BE49-F238E27FC236}">
                  <a16:creationId xmlns:a16="http://schemas.microsoft.com/office/drawing/2014/main" id="{DD316E20-50FD-2532-E72C-2C80457B559C}"/>
                </a:ext>
              </a:extLst>
            </p:cNvPr>
            <p:cNvSpPr/>
            <p:nvPr/>
          </p:nvSpPr>
          <p:spPr>
            <a:xfrm>
              <a:off x="7777424" y="2883877"/>
              <a:ext cx="200923" cy="137453"/>
            </a:xfrm>
            <a:prstGeom prst="chevron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solidFill>
                  <a:schemeClr val="tx1"/>
                </a:solidFill>
              </a:endParaRPr>
            </a:p>
          </p:txBody>
        </p:sp>
        <p:sp>
          <p:nvSpPr>
            <p:cNvPr id="165" name="Flecha: cheurón 164">
              <a:extLst>
                <a:ext uri="{FF2B5EF4-FFF2-40B4-BE49-F238E27FC236}">
                  <a16:creationId xmlns:a16="http://schemas.microsoft.com/office/drawing/2014/main" id="{DD6DB10A-DFB5-6FC9-4807-D40FFE8DF5DE}"/>
                </a:ext>
              </a:extLst>
            </p:cNvPr>
            <p:cNvSpPr/>
            <p:nvPr/>
          </p:nvSpPr>
          <p:spPr>
            <a:xfrm>
              <a:off x="7968836" y="2883876"/>
              <a:ext cx="200923" cy="137453"/>
            </a:xfrm>
            <a:prstGeom prst="chevron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>
                <a:solidFill>
                  <a:schemeClr val="tx1"/>
                </a:solidFill>
              </a:endParaRPr>
            </a:p>
          </p:txBody>
        </p:sp>
        <p:sp>
          <p:nvSpPr>
            <p:cNvPr id="166" name="Flecha: cheurón 165">
              <a:extLst>
                <a:ext uri="{FF2B5EF4-FFF2-40B4-BE49-F238E27FC236}">
                  <a16:creationId xmlns:a16="http://schemas.microsoft.com/office/drawing/2014/main" id="{C07125F0-7F8B-4B81-CB88-5DD461406462}"/>
                </a:ext>
              </a:extLst>
            </p:cNvPr>
            <p:cNvSpPr/>
            <p:nvPr/>
          </p:nvSpPr>
          <p:spPr>
            <a:xfrm>
              <a:off x="8169759" y="2883875"/>
              <a:ext cx="200923" cy="137453"/>
            </a:xfrm>
            <a:prstGeom prst="chevron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solidFill>
                  <a:schemeClr val="tx1"/>
                </a:solidFill>
              </a:endParaRPr>
            </a:p>
          </p:txBody>
        </p:sp>
      </p:grpSp>
      <p:grpSp>
        <p:nvGrpSpPr>
          <p:cNvPr id="168" name="Grupo 167">
            <a:extLst>
              <a:ext uri="{FF2B5EF4-FFF2-40B4-BE49-F238E27FC236}">
                <a16:creationId xmlns:a16="http://schemas.microsoft.com/office/drawing/2014/main" id="{CCA21120-B272-6EEC-E4F4-E670A76A5250}"/>
              </a:ext>
            </a:extLst>
          </p:cNvPr>
          <p:cNvGrpSpPr/>
          <p:nvPr/>
        </p:nvGrpSpPr>
        <p:grpSpPr>
          <a:xfrm rot="3788728">
            <a:off x="3600863" y="3037398"/>
            <a:ext cx="470144" cy="120145"/>
            <a:chOff x="7777424" y="2883875"/>
            <a:chExt cx="593258" cy="137455"/>
          </a:xfrm>
        </p:grpSpPr>
        <p:sp>
          <p:nvSpPr>
            <p:cNvPr id="169" name="Flecha: cheurón 168">
              <a:extLst>
                <a:ext uri="{FF2B5EF4-FFF2-40B4-BE49-F238E27FC236}">
                  <a16:creationId xmlns:a16="http://schemas.microsoft.com/office/drawing/2014/main" id="{BB87746E-5135-87AC-5A29-5F450B869A01}"/>
                </a:ext>
              </a:extLst>
            </p:cNvPr>
            <p:cNvSpPr/>
            <p:nvPr/>
          </p:nvSpPr>
          <p:spPr>
            <a:xfrm>
              <a:off x="7777424" y="2883877"/>
              <a:ext cx="200923" cy="137453"/>
            </a:xfrm>
            <a:prstGeom prst="chevron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solidFill>
                  <a:schemeClr val="tx1"/>
                </a:solidFill>
              </a:endParaRPr>
            </a:p>
          </p:txBody>
        </p:sp>
        <p:sp>
          <p:nvSpPr>
            <p:cNvPr id="170" name="Flecha: cheurón 169">
              <a:extLst>
                <a:ext uri="{FF2B5EF4-FFF2-40B4-BE49-F238E27FC236}">
                  <a16:creationId xmlns:a16="http://schemas.microsoft.com/office/drawing/2014/main" id="{DA674A41-FEDA-4343-D242-1CA2EF0E99DA}"/>
                </a:ext>
              </a:extLst>
            </p:cNvPr>
            <p:cNvSpPr/>
            <p:nvPr/>
          </p:nvSpPr>
          <p:spPr>
            <a:xfrm>
              <a:off x="7968836" y="2883876"/>
              <a:ext cx="200923" cy="137453"/>
            </a:xfrm>
            <a:prstGeom prst="chevron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>
                <a:solidFill>
                  <a:schemeClr val="tx1"/>
                </a:solidFill>
              </a:endParaRPr>
            </a:p>
          </p:txBody>
        </p:sp>
        <p:sp>
          <p:nvSpPr>
            <p:cNvPr id="171" name="Flecha: cheurón 170">
              <a:extLst>
                <a:ext uri="{FF2B5EF4-FFF2-40B4-BE49-F238E27FC236}">
                  <a16:creationId xmlns:a16="http://schemas.microsoft.com/office/drawing/2014/main" id="{F853B75E-5D38-6A46-726C-CD560CF784A7}"/>
                </a:ext>
              </a:extLst>
            </p:cNvPr>
            <p:cNvSpPr/>
            <p:nvPr/>
          </p:nvSpPr>
          <p:spPr>
            <a:xfrm>
              <a:off x="8169759" y="2883875"/>
              <a:ext cx="200923" cy="137453"/>
            </a:xfrm>
            <a:prstGeom prst="chevron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solidFill>
                  <a:schemeClr val="tx1"/>
                </a:solidFill>
              </a:endParaRPr>
            </a:p>
          </p:txBody>
        </p:sp>
      </p:grpSp>
      <p:grpSp>
        <p:nvGrpSpPr>
          <p:cNvPr id="172" name="Grupo 171">
            <a:extLst>
              <a:ext uri="{FF2B5EF4-FFF2-40B4-BE49-F238E27FC236}">
                <a16:creationId xmlns:a16="http://schemas.microsoft.com/office/drawing/2014/main" id="{53543DF4-BA32-3436-DEA6-EB1612B032BA}"/>
              </a:ext>
            </a:extLst>
          </p:cNvPr>
          <p:cNvGrpSpPr/>
          <p:nvPr/>
        </p:nvGrpSpPr>
        <p:grpSpPr>
          <a:xfrm rot="20362009">
            <a:off x="4032827" y="1713090"/>
            <a:ext cx="518548" cy="108930"/>
            <a:chOff x="7777424" y="2883875"/>
            <a:chExt cx="593258" cy="137455"/>
          </a:xfrm>
        </p:grpSpPr>
        <p:sp>
          <p:nvSpPr>
            <p:cNvPr id="173" name="Flecha: cheurón 172">
              <a:extLst>
                <a:ext uri="{FF2B5EF4-FFF2-40B4-BE49-F238E27FC236}">
                  <a16:creationId xmlns:a16="http://schemas.microsoft.com/office/drawing/2014/main" id="{D83EA169-C316-D828-8AFE-5CE3C6E536F2}"/>
                </a:ext>
              </a:extLst>
            </p:cNvPr>
            <p:cNvSpPr/>
            <p:nvPr/>
          </p:nvSpPr>
          <p:spPr>
            <a:xfrm>
              <a:off x="7777424" y="2883877"/>
              <a:ext cx="200923" cy="137453"/>
            </a:xfrm>
            <a:prstGeom prst="chevron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solidFill>
                  <a:schemeClr val="tx1"/>
                </a:solidFill>
              </a:endParaRPr>
            </a:p>
          </p:txBody>
        </p:sp>
        <p:sp>
          <p:nvSpPr>
            <p:cNvPr id="174" name="Flecha: cheurón 173">
              <a:extLst>
                <a:ext uri="{FF2B5EF4-FFF2-40B4-BE49-F238E27FC236}">
                  <a16:creationId xmlns:a16="http://schemas.microsoft.com/office/drawing/2014/main" id="{CEF654B5-71CD-8B3E-7CBC-41AA6B37EAD5}"/>
                </a:ext>
              </a:extLst>
            </p:cNvPr>
            <p:cNvSpPr/>
            <p:nvPr/>
          </p:nvSpPr>
          <p:spPr>
            <a:xfrm>
              <a:off x="7968836" y="2883876"/>
              <a:ext cx="200923" cy="137453"/>
            </a:xfrm>
            <a:prstGeom prst="chevron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>
                <a:solidFill>
                  <a:schemeClr val="tx1"/>
                </a:solidFill>
              </a:endParaRPr>
            </a:p>
          </p:txBody>
        </p:sp>
        <p:sp>
          <p:nvSpPr>
            <p:cNvPr id="175" name="Flecha: cheurón 174">
              <a:extLst>
                <a:ext uri="{FF2B5EF4-FFF2-40B4-BE49-F238E27FC236}">
                  <a16:creationId xmlns:a16="http://schemas.microsoft.com/office/drawing/2014/main" id="{AE33BAE3-252A-0226-FB0F-2CB85BF0232E}"/>
                </a:ext>
              </a:extLst>
            </p:cNvPr>
            <p:cNvSpPr/>
            <p:nvPr/>
          </p:nvSpPr>
          <p:spPr>
            <a:xfrm>
              <a:off x="8169759" y="2883875"/>
              <a:ext cx="200923" cy="137453"/>
            </a:xfrm>
            <a:prstGeom prst="chevron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solidFill>
                  <a:schemeClr val="tx1"/>
                </a:solidFill>
              </a:endParaRPr>
            </a:p>
          </p:txBody>
        </p:sp>
      </p:grpSp>
      <p:grpSp>
        <p:nvGrpSpPr>
          <p:cNvPr id="180" name="Grupo 179">
            <a:extLst>
              <a:ext uri="{FF2B5EF4-FFF2-40B4-BE49-F238E27FC236}">
                <a16:creationId xmlns:a16="http://schemas.microsoft.com/office/drawing/2014/main" id="{E7ED1C59-8813-D7E1-E332-5F0254DFD12A}"/>
              </a:ext>
            </a:extLst>
          </p:cNvPr>
          <p:cNvGrpSpPr/>
          <p:nvPr/>
        </p:nvGrpSpPr>
        <p:grpSpPr>
          <a:xfrm rot="16200000">
            <a:off x="5180697" y="2311305"/>
            <a:ext cx="518548" cy="108930"/>
            <a:chOff x="7777424" y="2883875"/>
            <a:chExt cx="593258" cy="137455"/>
          </a:xfrm>
        </p:grpSpPr>
        <p:sp>
          <p:nvSpPr>
            <p:cNvPr id="181" name="Flecha: cheurón 180">
              <a:extLst>
                <a:ext uri="{FF2B5EF4-FFF2-40B4-BE49-F238E27FC236}">
                  <a16:creationId xmlns:a16="http://schemas.microsoft.com/office/drawing/2014/main" id="{C3F0061E-9D14-6101-FA47-A00BEDDA7267}"/>
                </a:ext>
              </a:extLst>
            </p:cNvPr>
            <p:cNvSpPr/>
            <p:nvPr/>
          </p:nvSpPr>
          <p:spPr>
            <a:xfrm>
              <a:off x="7777424" y="2883877"/>
              <a:ext cx="200923" cy="137453"/>
            </a:xfrm>
            <a:prstGeom prst="chevron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solidFill>
                  <a:schemeClr val="tx1"/>
                </a:solidFill>
              </a:endParaRPr>
            </a:p>
          </p:txBody>
        </p:sp>
        <p:sp>
          <p:nvSpPr>
            <p:cNvPr id="182" name="Flecha: cheurón 181">
              <a:extLst>
                <a:ext uri="{FF2B5EF4-FFF2-40B4-BE49-F238E27FC236}">
                  <a16:creationId xmlns:a16="http://schemas.microsoft.com/office/drawing/2014/main" id="{40BC228F-D950-83F8-C25E-92E2CDA88F70}"/>
                </a:ext>
              </a:extLst>
            </p:cNvPr>
            <p:cNvSpPr/>
            <p:nvPr/>
          </p:nvSpPr>
          <p:spPr>
            <a:xfrm>
              <a:off x="7968836" y="2883876"/>
              <a:ext cx="200923" cy="137453"/>
            </a:xfrm>
            <a:prstGeom prst="chevron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>
                <a:solidFill>
                  <a:schemeClr val="tx1"/>
                </a:solidFill>
              </a:endParaRPr>
            </a:p>
          </p:txBody>
        </p:sp>
        <p:sp>
          <p:nvSpPr>
            <p:cNvPr id="183" name="Flecha: cheurón 182">
              <a:extLst>
                <a:ext uri="{FF2B5EF4-FFF2-40B4-BE49-F238E27FC236}">
                  <a16:creationId xmlns:a16="http://schemas.microsoft.com/office/drawing/2014/main" id="{75650394-984F-0B99-DF84-82CDFD23C0B1}"/>
                </a:ext>
              </a:extLst>
            </p:cNvPr>
            <p:cNvSpPr/>
            <p:nvPr/>
          </p:nvSpPr>
          <p:spPr>
            <a:xfrm>
              <a:off x="8169759" y="2883875"/>
              <a:ext cx="200923" cy="137453"/>
            </a:xfrm>
            <a:prstGeom prst="chevron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solidFill>
                  <a:schemeClr val="tx1"/>
                </a:solidFill>
              </a:endParaRPr>
            </a:p>
          </p:txBody>
        </p:sp>
      </p:grpSp>
      <p:grpSp>
        <p:nvGrpSpPr>
          <p:cNvPr id="188" name="Grupo 187">
            <a:extLst>
              <a:ext uri="{FF2B5EF4-FFF2-40B4-BE49-F238E27FC236}">
                <a16:creationId xmlns:a16="http://schemas.microsoft.com/office/drawing/2014/main" id="{BB862617-B4BB-20C3-CFDB-F1CC8C2690C8}"/>
              </a:ext>
            </a:extLst>
          </p:cNvPr>
          <p:cNvGrpSpPr/>
          <p:nvPr/>
        </p:nvGrpSpPr>
        <p:grpSpPr>
          <a:xfrm rot="12233250">
            <a:off x="4210465" y="2669847"/>
            <a:ext cx="518548" cy="108930"/>
            <a:chOff x="7777424" y="2883875"/>
            <a:chExt cx="593258" cy="137455"/>
          </a:xfrm>
        </p:grpSpPr>
        <p:sp>
          <p:nvSpPr>
            <p:cNvPr id="189" name="Flecha: cheurón 188">
              <a:extLst>
                <a:ext uri="{FF2B5EF4-FFF2-40B4-BE49-F238E27FC236}">
                  <a16:creationId xmlns:a16="http://schemas.microsoft.com/office/drawing/2014/main" id="{250E8326-CBED-7C44-158E-0B23DCCD73E6}"/>
                </a:ext>
              </a:extLst>
            </p:cNvPr>
            <p:cNvSpPr/>
            <p:nvPr/>
          </p:nvSpPr>
          <p:spPr>
            <a:xfrm>
              <a:off x="7777424" y="2883877"/>
              <a:ext cx="200923" cy="137453"/>
            </a:xfrm>
            <a:prstGeom prst="chevron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solidFill>
                  <a:schemeClr val="tx1"/>
                </a:solidFill>
              </a:endParaRPr>
            </a:p>
          </p:txBody>
        </p:sp>
        <p:sp>
          <p:nvSpPr>
            <p:cNvPr id="190" name="Flecha: cheurón 189">
              <a:extLst>
                <a:ext uri="{FF2B5EF4-FFF2-40B4-BE49-F238E27FC236}">
                  <a16:creationId xmlns:a16="http://schemas.microsoft.com/office/drawing/2014/main" id="{42038A6E-6A0E-B9AE-4F35-E930BD1DF946}"/>
                </a:ext>
              </a:extLst>
            </p:cNvPr>
            <p:cNvSpPr/>
            <p:nvPr/>
          </p:nvSpPr>
          <p:spPr>
            <a:xfrm>
              <a:off x="7968836" y="2883876"/>
              <a:ext cx="200923" cy="137453"/>
            </a:xfrm>
            <a:prstGeom prst="chevron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>
                <a:solidFill>
                  <a:schemeClr val="tx1"/>
                </a:solidFill>
              </a:endParaRPr>
            </a:p>
          </p:txBody>
        </p:sp>
        <p:sp>
          <p:nvSpPr>
            <p:cNvPr id="191" name="Flecha: cheurón 190">
              <a:extLst>
                <a:ext uri="{FF2B5EF4-FFF2-40B4-BE49-F238E27FC236}">
                  <a16:creationId xmlns:a16="http://schemas.microsoft.com/office/drawing/2014/main" id="{FC19FFC1-CA58-56BD-B62A-E4687C05D84C}"/>
                </a:ext>
              </a:extLst>
            </p:cNvPr>
            <p:cNvSpPr/>
            <p:nvPr/>
          </p:nvSpPr>
          <p:spPr>
            <a:xfrm>
              <a:off x="8169759" y="2883875"/>
              <a:ext cx="200923" cy="137453"/>
            </a:xfrm>
            <a:prstGeom prst="chevron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solidFill>
                  <a:schemeClr val="tx1"/>
                </a:solidFill>
              </a:endParaRPr>
            </a:p>
          </p:txBody>
        </p:sp>
      </p:grpSp>
      <p:grpSp>
        <p:nvGrpSpPr>
          <p:cNvPr id="192" name="Grupo 191">
            <a:extLst>
              <a:ext uri="{FF2B5EF4-FFF2-40B4-BE49-F238E27FC236}">
                <a16:creationId xmlns:a16="http://schemas.microsoft.com/office/drawing/2014/main" id="{21E5546A-346C-CE49-DDDA-DCF7125B93A8}"/>
              </a:ext>
            </a:extLst>
          </p:cNvPr>
          <p:cNvGrpSpPr/>
          <p:nvPr/>
        </p:nvGrpSpPr>
        <p:grpSpPr>
          <a:xfrm rot="19931559">
            <a:off x="2953527" y="4415592"/>
            <a:ext cx="518548" cy="108930"/>
            <a:chOff x="7777424" y="2883875"/>
            <a:chExt cx="593258" cy="137455"/>
          </a:xfrm>
        </p:grpSpPr>
        <p:sp>
          <p:nvSpPr>
            <p:cNvPr id="193" name="Flecha: cheurón 192">
              <a:extLst>
                <a:ext uri="{FF2B5EF4-FFF2-40B4-BE49-F238E27FC236}">
                  <a16:creationId xmlns:a16="http://schemas.microsoft.com/office/drawing/2014/main" id="{90A7EE88-6CC7-E69A-1F39-5DCD530A66BF}"/>
                </a:ext>
              </a:extLst>
            </p:cNvPr>
            <p:cNvSpPr/>
            <p:nvPr/>
          </p:nvSpPr>
          <p:spPr>
            <a:xfrm>
              <a:off x="7777424" y="2883877"/>
              <a:ext cx="200923" cy="137453"/>
            </a:xfrm>
            <a:prstGeom prst="chevron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solidFill>
                  <a:schemeClr val="tx1"/>
                </a:solidFill>
              </a:endParaRPr>
            </a:p>
          </p:txBody>
        </p:sp>
        <p:sp>
          <p:nvSpPr>
            <p:cNvPr id="194" name="Flecha: cheurón 193">
              <a:extLst>
                <a:ext uri="{FF2B5EF4-FFF2-40B4-BE49-F238E27FC236}">
                  <a16:creationId xmlns:a16="http://schemas.microsoft.com/office/drawing/2014/main" id="{609777CA-111C-03A4-1183-EB87DE2C387F}"/>
                </a:ext>
              </a:extLst>
            </p:cNvPr>
            <p:cNvSpPr/>
            <p:nvPr/>
          </p:nvSpPr>
          <p:spPr>
            <a:xfrm>
              <a:off x="7968836" y="2883876"/>
              <a:ext cx="200923" cy="137453"/>
            </a:xfrm>
            <a:prstGeom prst="chevron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>
                <a:solidFill>
                  <a:schemeClr val="tx1"/>
                </a:solidFill>
              </a:endParaRPr>
            </a:p>
          </p:txBody>
        </p:sp>
        <p:sp>
          <p:nvSpPr>
            <p:cNvPr id="195" name="Flecha: cheurón 194">
              <a:extLst>
                <a:ext uri="{FF2B5EF4-FFF2-40B4-BE49-F238E27FC236}">
                  <a16:creationId xmlns:a16="http://schemas.microsoft.com/office/drawing/2014/main" id="{15B103D8-BEAE-FAB7-2040-AEC7BB2DFDB4}"/>
                </a:ext>
              </a:extLst>
            </p:cNvPr>
            <p:cNvSpPr/>
            <p:nvPr/>
          </p:nvSpPr>
          <p:spPr>
            <a:xfrm>
              <a:off x="8169759" y="2883875"/>
              <a:ext cx="200923" cy="137453"/>
            </a:xfrm>
            <a:prstGeom prst="chevron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solidFill>
                  <a:schemeClr val="tx1"/>
                </a:solidFill>
              </a:endParaRPr>
            </a:p>
          </p:txBody>
        </p:sp>
      </p:grpSp>
      <p:grpSp>
        <p:nvGrpSpPr>
          <p:cNvPr id="200" name="Grupo 199">
            <a:extLst>
              <a:ext uri="{FF2B5EF4-FFF2-40B4-BE49-F238E27FC236}">
                <a16:creationId xmlns:a16="http://schemas.microsoft.com/office/drawing/2014/main" id="{3BB17510-F201-A013-1003-6616449FACE8}"/>
              </a:ext>
            </a:extLst>
          </p:cNvPr>
          <p:cNvGrpSpPr/>
          <p:nvPr/>
        </p:nvGrpSpPr>
        <p:grpSpPr>
          <a:xfrm rot="7123298">
            <a:off x="4805701" y="4038776"/>
            <a:ext cx="518548" cy="108930"/>
            <a:chOff x="7777424" y="2883875"/>
            <a:chExt cx="593258" cy="137455"/>
          </a:xfrm>
        </p:grpSpPr>
        <p:sp>
          <p:nvSpPr>
            <p:cNvPr id="201" name="Flecha: cheurón 200">
              <a:extLst>
                <a:ext uri="{FF2B5EF4-FFF2-40B4-BE49-F238E27FC236}">
                  <a16:creationId xmlns:a16="http://schemas.microsoft.com/office/drawing/2014/main" id="{5C2C4E6E-1723-8FEC-C110-0EEA52635F81}"/>
                </a:ext>
              </a:extLst>
            </p:cNvPr>
            <p:cNvSpPr/>
            <p:nvPr/>
          </p:nvSpPr>
          <p:spPr>
            <a:xfrm>
              <a:off x="7777424" y="2883877"/>
              <a:ext cx="200923" cy="137453"/>
            </a:xfrm>
            <a:prstGeom prst="chevron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solidFill>
                  <a:schemeClr val="tx1"/>
                </a:solidFill>
              </a:endParaRPr>
            </a:p>
          </p:txBody>
        </p:sp>
        <p:sp>
          <p:nvSpPr>
            <p:cNvPr id="202" name="Flecha: cheurón 201">
              <a:extLst>
                <a:ext uri="{FF2B5EF4-FFF2-40B4-BE49-F238E27FC236}">
                  <a16:creationId xmlns:a16="http://schemas.microsoft.com/office/drawing/2014/main" id="{2143C8A7-9FCD-90D6-89FE-0BF2C1EB59C7}"/>
                </a:ext>
              </a:extLst>
            </p:cNvPr>
            <p:cNvSpPr/>
            <p:nvPr/>
          </p:nvSpPr>
          <p:spPr>
            <a:xfrm>
              <a:off x="7968836" y="2883876"/>
              <a:ext cx="200923" cy="137453"/>
            </a:xfrm>
            <a:prstGeom prst="chevron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>
                <a:solidFill>
                  <a:schemeClr val="tx1"/>
                </a:solidFill>
              </a:endParaRPr>
            </a:p>
          </p:txBody>
        </p:sp>
        <p:sp>
          <p:nvSpPr>
            <p:cNvPr id="203" name="Flecha: cheurón 202">
              <a:extLst>
                <a:ext uri="{FF2B5EF4-FFF2-40B4-BE49-F238E27FC236}">
                  <a16:creationId xmlns:a16="http://schemas.microsoft.com/office/drawing/2014/main" id="{1038AA1A-85C8-DF24-F190-9E9C1A1B559B}"/>
                </a:ext>
              </a:extLst>
            </p:cNvPr>
            <p:cNvSpPr/>
            <p:nvPr/>
          </p:nvSpPr>
          <p:spPr>
            <a:xfrm>
              <a:off x="8169759" y="2883875"/>
              <a:ext cx="200923" cy="137453"/>
            </a:xfrm>
            <a:prstGeom prst="chevron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solidFill>
                  <a:schemeClr val="tx1"/>
                </a:solidFill>
              </a:endParaRPr>
            </a:p>
          </p:txBody>
        </p:sp>
      </p:grpSp>
      <p:grpSp>
        <p:nvGrpSpPr>
          <p:cNvPr id="208" name="Grupo 207">
            <a:extLst>
              <a:ext uri="{FF2B5EF4-FFF2-40B4-BE49-F238E27FC236}">
                <a16:creationId xmlns:a16="http://schemas.microsoft.com/office/drawing/2014/main" id="{AD821F11-F2D0-C22F-94DC-D9547AA402B3}"/>
              </a:ext>
            </a:extLst>
          </p:cNvPr>
          <p:cNvGrpSpPr/>
          <p:nvPr/>
        </p:nvGrpSpPr>
        <p:grpSpPr>
          <a:xfrm>
            <a:off x="3138640" y="4877980"/>
            <a:ext cx="518548" cy="108930"/>
            <a:chOff x="7777424" y="2883875"/>
            <a:chExt cx="593258" cy="137455"/>
          </a:xfrm>
        </p:grpSpPr>
        <p:sp>
          <p:nvSpPr>
            <p:cNvPr id="209" name="Flecha: cheurón 208">
              <a:extLst>
                <a:ext uri="{FF2B5EF4-FFF2-40B4-BE49-F238E27FC236}">
                  <a16:creationId xmlns:a16="http://schemas.microsoft.com/office/drawing/2014/main" id="{8968F0BB-22BE-4B32-CCB5-78C79AC834AF}"/>
                </a:ext>
              </a:extLst>
            </p:cNvPr>
            <p:cNvSpPr/>
            <p:nvPr/>
          </p:nvSpPr>
          <p:spPr>
            <a:xfrm>
              <a:off x="7777424" y="2883877"/>
              <a:ext cx="200923" cy="137453"/>
            </a:xfrm>
            <a:prstGeom prst="chevron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solidFill>
                  <a:schemeClr val="tx1"/>
                </a:solidFill>
              </a:endParaRPr>
            </a:p>
          </p:txBody>
        </p:sp>
        <p:sp>
          <p:nvSpPr>
            <p:cNvPr id="210" name="Flecha: cheurón 209">
              <a:extLst>
                <a:ext uri="{FF2B5EF4-FFF2-40B4-BE49-F238E27FC236}">
                  <a16:creationId xmlns:a16="http://schemas.microsoft.com/office/drawing/2014/main" id="{5B72E846-9A74-C9EB-D861-B4C7AC1CE25F}"/>
                </a:ext>
              </a:extLst>
            </p:cNvPr>
            <p:cNvSpPr/>
            <p:nvPr/>
          </p:nvSpPr>
          <p:spPr>
            <a:xfrm>
              <a:off x="7968836" y="2883876"/>
              <a:ext cx="200923" cy="137453"/>
            </a:xfrm>
            <a:prstGeom prst="chevron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>
                <a:solidFill>
                  <a:schemeClr val="tx1"/>
                </a:solidFill>
              </a:endParaRPr>
            </a:p>
          </p:txBody>
        </p:sp>
        <p:sp>
          <p:nvSpPr>
            <p:cNvPr id="211" name="Flecha: cheurón 210">
              <a:extLst>
                <a:ext uri="{FF2B5EF4-FFF2-40B4-BE49-F238E27FC236}">
                  <a16:creationId xmlns:a16="http://schemas.microsoft.com/office/drawing/2014/main" id="{85142EEA-14ED-43F6-5C4C-2488152843AA}"/>
                </a:ext>
              </a:extLst>
            </p:cNvPr>
            <p:cNvSpPr/>
            <p:nvPr/>
          </p:nvSpPr>
          <p:spPr>
            <a:xfrm>
              <a:off x="8169759" y="2883875"/>
              <a:ext cx="200923" cy="137453"/>
            </a:xfrm>
            <a:prstGeom prst="chevron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solidFill>
                  <a:schemeClr val="tx1"/>
                </a:solidFill>
              </a:endParaRPr>
            </a:p>
          </p:txBody>
        </p:sp>
      </p:grpSp>
      <p:grpSp>
        <p:nvGrpSpPr>
          <p:cNvPr id="216" name="Grupo 215">
            <a:extLst>
              <a:ext uri="{FF2B5EF4-FFF2-40B4-BE49-F238E27FC236}">
                <a16:creationId xmlns:a16="http://schemas.microsoft.com/office/drawing/2014/main" id="{00C54FAF-62CF-D6A2-C054-E6BCE72D47BC}"/>
              </a:ext>
            </a:extLst>
          </p:cNvPr>
          <p:cNvGrpSpPr/>
          <p:nvPr/>
        </p:nvGrpSpPr>
        <p:grpSpPr>
          <a:xfrm rot="1631157">
            <a:off x="2179452" y="3814768"/>
            <a:ext cx="518548" cy="108930"/>
            <a:chOff x="7777424" y="2883875"/>
            <a:chExt cx="593258" cy="137455"/>
          </a:xfrm>
        </p:grpSpPr>
        <p:sp>
          <p:nvSpPr>
            <p:cNvPr id="217" name="Flecha: cheurón 216">
              <a:extLst>
                <a:ext uri="{FF2B5EF4-FFF2-40B4-BE49-F238E27FC236}">
                  <a16:creationId xmlns:a16="http://schemas.microsoft.com/office/drawing/2014/main" id="{CF0710FE-ED2D-2C0C-5D44-9B2754E25FC8}"/>
                </a:ext>
              </a:extLst>
            </p:cNvPr>
            <p:cNvSpPr/>
            <p:nvPr/>
          </p:nvSpPr>
          <p:spPr>
            <a:xfrm>
              <a:off x="7777424" y="2883877"/>
              <a:ext cx="200923" cy="137453"/>
            </a:xfrm>
            <a:prstGeom prst="chevron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solidFill>
                  <a:schemeClr val="tx1"/>
                </a:solidFill>
              </a:endParaRPr>
            </a:p>
          </p:txBody>
        </p:sp>
        <p:sp>
          <p:nvSpPr>
            <p:cNvPr id="218" name="Flecha: cheurón 217">
              <a:extLst>
                <a:ext uri="{FF2B5EF4-FFF2-40B4-BE49-F238E27FC236}">
                  <a16:creationId xmlns:a16="http://schemas.microsoft.com/office/drawing/2014/main" id="{ADEAD454-B4BF-7766-2EBC-FC98E8235B5C}"/>
                </a:ext>
              </a:extLst>
            </p:cNvPr>
            <p:cNvSpPr/>
            <p:nvPr/>
          </p:nvSpPr>
          <p:spPr>
            <a:xfrm>
              <a:off x="7968836" y="2883876"/>
              <a:ext cx="200923" cy="137453"/>
            </a:xfrm>
            <a:prstGeom prst="chevron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>
                <a:solidFill>
                  <a:schemeClr val="tx1"/>
                </a:solidFill>
              </a:endParaRPr>
            </a:p>
          </p:txBody>
        </p:sp>
        <p:sp>
          <p:nvSpPr>
            <p:cNvPr id="219" name="Flecha: cheurón 218">
              <a:extLst>
                <a:ext uri="{FF2B5EF4-FFF2-40B4-BE49-F238E27FC236}">
                  <a16:creationId xmlns:a16="http://schemas.microsoft.com/office/drawing/2014/main" id="{3BEEE7D4-4C2E-DD82-BA28-EB288EBE0440}"/>
                </a:ext>
              </a:extLst>
            </p:cNvPr>
            <p:cNvSpPr/>
            <p:nvPr/>
          </p:nvSpPr>
          <p:spPr>
            <a:xfrm>
              <a:off x="8169759" y="2883875"/>
              <a:ext cx="200923" cy="137453"/>
            </a:xfrm>
            <a:prstGeom prst="chevron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solidFill>
                  <a:schemeClr val="tx1"/>
                </a:solidFill>
              </a:endParaRPr>
            </a:p>
          </p:txBody>
        </p:sp>
      </p:grpSp>
      <p:grpSp>
        <p:nvGrpSpPr>
          <p:cNvPr id="224" name="Grupo 223">
            <a:extLst>
              <a:ext uri="{FF2B5EF4-FFF2-40B4-BE49-F238E27FC236}">
                <a16:creationId xmlns:a16="http://schemas.microsoft.com/office/drawing/2014/main" id="{45AFAEEC-5A5A-0C81-726F-0F98D9DE7349}"/>
              </a:ext>
            </a:extLst>
          </p:cNvPr>
          <p:cNvGrpSpPr/>
          <p:nvPr/>
        </p:nvGrpSpPr>
        <p:grpSpPr>
          <a:xfrm rot="6499666">
            <a:off x="2696823" y="3525142"/>
            <a:ext cx="518548" cy="108930"/>
            <a:chOff x="7777424" y="2883875"/>
            <a:chExt cx="593258" cy="137455"/>
          </a:xfrm>
        </p:grpSpPr>
        <p:sp>
          <p:nvSpPr>
            <p:cNvPr id="225" name="Flecha: cheurón 224">
              <a:extLst>
                <a:ext uri="{FF2B5EF4-FFF2-40B4-BE49-F238E27FC236}">
                  <a16:creationId xmlns:a16="http://schemas.microsoft.com/office/drawing/2014/main" id="{53C8EC5C-0C80-AB1A-47DE-52385699E44C}"/>
                </a:ext>
              </a:extLst>
            </p:cNvPr>
            <p:cNvSpPr/>
            <p:nvPr/>
          </p:nvSpPr>
          <p:spPr>
            <a:xfrm>
              <a:off x="7777424" y="2883877"/>
              <a:ext cx="200923" cy="137453"/>
            </a:xfrm>
            <a:prstGeom prst="chevron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solidFill>
                  <a:schemeClr val="tx1"/>
                </a:solidFill>
              </a:endParaRPr>
            </a:p>
          </p:txBody>
        </p:sp>
        <p:sp>
          <p:nvSpPr>
            <p:cNvPr id="226" name="Flecha: cheurón 225">
              <a:extLst>
                <a:ext uri="{FF2B5EF4-FFF2-40B4-BE49-F238E27FC236}">
                  <a16:creationId xmlns:a16="http://schemas.microsoft.com/office/drawing/2014/main" id="{B76E1124-39E8-5198-7A77-A2C495BE5F20}"/>
                </a:ext>
              </a:extLst>
            </p:cNvPr>
            <p:cNvSpPr/>
            <p:nvPr/>
          </p:nvSpPr>
          <p:spPr>
            <a:xfrm>
              <a:off x="7968836" y="2883876"/>
              <a:ext cx="200923" cy="137453"/>
            </a:xfrm>
            <a:prstGeom prst="chevron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>
                <a:solidFill>
                  <a:schemeClr val="tx1"/>
                </a:solidFill>
              </a:endParaRPr>
            </a:p>
          </p:txBody>
        </p:sp>
        <p:sp>
          <p:nvSpPr>
            <p:cNvPr id="227" name="Flecha: cheurón 226">
              <a:extLst>
                <a:ext uri="{FF2B5EF4-FFF2-40B4-BE49-F238E27FC236}">
                  <a16:creationId xmlns:a16="http://schemas.microsoft.com/office/drawing/2014/main" id="{36EC3D3A-60E6-E374-C2C5-F8F7D926E209}"/>
                </a:ext>
              </a:extLst>
            </p:cNvPr>
            <p:cNvSpPr/>
            <p:nvPr/>
          </p:nvSpPr>
          <p:spPr>
            <a:xfrm>
              <a:off x="8169759" y="2883875"/>
              <a:ext cx="200923" cy="137453"/>
            </a:xfrm>
            <a:prstGeom prst="chevron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solidFill>
                  <a:schemeClr val="tx1"/>
                </a:solidFill>
              </a:endParaRPr>
            </a:p>
          </p:txBody>
        </p:sp>
      </p:grpSp>
      <p:grpSp>
        <p:nvGrpSpPr>
          <p:cNvPr id="228" name="Grupo 227">
            <a:extLst>
              <a:ext uri="{FF2B5EF4-FFF2-40B4-BE49-F238E27FC236}">
                <a16:creationId xmlns:a16="http://schemas.microsoft.com/office/drawing/2014/main" id="{EEF2B112-5EE2-BB84-2BCC-3A5EFB93FB06}"/>
              </a:ext>
            </a:extLst>
          </p:cNvPr>
          <p:cNvGrpSpPr/>
          <p:nvPr/>
        </p:nvGrpSpPr>
        <p:grpSpPr>
          <a:xfrm rot="17255206">
            <a:off x="2539990" y="3309520"/>
            <a:ext cx="518548" cy="108930"/>
            <a:chOff x="7777424" y="2883875"/>
            <a:chExt cx="593258" cy="137455"/>
          </a:xfrm>
        </p:grpSpPr>
        <p:sp>
          <p:nvSpPr>
            <p:cNvPr id="229" name="Flecha: cheurón 228">
              <a:extLst>
                <a:ext uri="{FF2B5EF4-FFF2-40B4-BE49-F238E27FC236}">
                  <a16:creationId xmlns:a16="http://schemas.microsoft.com/office/drawing/2014/main" id="{A8004D16-FE8E-FCAA-C1C8-5573C6A0E4FA}"/>
                </a:ext>
              </a:extLst>
            </p:cNvPr>
            <p:cNvSpPr/>
            <p:nvPr/>
          </p:nvSpPr>
          <p:spPr>
            <a:xfrm>
              <a:off x="7777424" y="2883877"/>
              <a:ext cx="200923" cy="137453"/>
            </a:xfrm>
            <a:prstGeom prst="chevron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solidFill>
                  <a:schemeClr val="tx1"/>
                </a:solidFill>
              </a:endParaRPr>
            </a:p>
          </p:txBody>
        </p:sp>
        <p:sp>
          <p:nvSpPr>
            <p:cNvPr id="230" name="Flecha: cheurón 229">
              <a:extLst>
                <a:ext uri="{FF2B5EF4-FFF2-40B4-BE49-F238E27FC236}">
                  <a16:creationId xmlns:a16="http://schemas.microsoft.com/office/drawing/2014/main" id="{9028536B-881A-7262-8A99-33D25037FD1C}"/>
                </a:ext>
              </a:extLst>
            </p:cNvPr>
            <p:cNvSpPr/>
            <p:nvPr/>
          </p:nvSpPr>
          <p:spPr>
            <a:xfrm>
              <a:off x="7968836" y="2883876"/>
              <a:ext cx="200923" cy="137453"/>
            </a:xfrm>
            <a:prstGeom prst="chevron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>
                <a:solidFill>
                  <a:schemeClr val="tx1"/>
                </a:solidFill>
              </a:endParaRPr>
            </a:p>
          </p:txBody>
        </p:sp>
        <p:sp>
          <p:nvSpPr>
            <p:cNvPr id="231" name="Flecha: cheurón 230">
              <a:extLst>
                <a:ext uri="{FF2B5EF4-FFF2-40B4-BE49-F238E27FC236}">
                  <a16:creationId xmlns:a16="http://schemas.microsoft.com/office/drawing/2014/main" id="{A10D42D7-D5F6-3FA0-0A95-D71E3943F3E8}"/>
                </a:ext>
              </a:extLst>
            </p:cNvPr>
            <p:cNvSpPr/>
            <p:nvPr/>
          </p:nvSpPr>
          <p:spPr>
            <a:xfrm>
              <a:off x="8169759" y="2883875"/>
              <a:ext cx="200923" cy="137453"/>
            </a:xfrm>
            <a:prstGeom prst="chevron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solidFill>
                  <a:schemeClr val="tx1"/>
                </a:solidFill>
              </a:endParaRPr>
            </a:p>
          </p:txBody>
        </p:sp>
      </p:grpSp>
      <p:grpSp>
        <p:nvGrpSpPr>
          <p:cNvPr id="232" name="Grupo 231">
            <a:extLst>
              <a:ext uri="{FF2B5EF4-FFF2-40B4-BE49-F238E27FC236}">
                <a16:creationId xmlns:a16="http://schemas.microsoft.com/office/drawing/2014/main" id="{28AF5EAA-C05B-BB99-3E7D-57D88862CF57}"/>
              </a:ext>
            </a:extLst>
          </p:cNvPr>
          <p:cNvGrpSpPr/>
          <p:nvPr/>
        </p:nvGrpSpPr>
        <p:grpSpPr>
          <a:xfrm rot="3389364">
            <a:off x="1521371" y="3966352"/>
            <a:ext cx="518548" cy="108930"/>
            <a:chOff x="7777424" y="2883875"/>
            <a:chExt cx="593258" cy="137455"/>
          </a:xfrm>
        </p:grpSpPr>
        <p:sp>
          <p:nvSpPr>
            <p:cNvPr id="233" name="Flecha: cheurón 232">
              <a:extLst>
                <a:ext uri="{FF2B5EF4-FFF2-40B4-BE49-F238E27FC236}">
                  <a16:creationId xmlns:a16="http://schemas.microsoft.com/office/drawing/2014/main" id="{4307405A-CB09-8CDF-B745-0761026055A5}"/>
                </a:ext>
              </a:extLst>
            </p:cNvPr>
            <p:cNvSpPr/>
            <p:nvPr/>
          </p:nvSpPr>
          <p:spPr>
            <a:xfrm>
              <a:off x="7777424" y="2883877"/>
              <a:ext cx="200923" cy="137453"/>
            </a:xfrm>
            <a:prstGeom prst="chevron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solidFill>
                  <a:schemeClr val="tx1"/>
                </a:solidFill>
              </a:endParaRPr>
            </a:p>
          </p:txBody>
        </p:sp>
        <p:sp>
          <p:nvSpPr>
            <p:cNvPr id="234" name="Flecha: cheurón 233">
              <a:extLst>
                <a:ext uri="{FF2B5EF4-FFF2-40B4-BE49-F238E27FC236}">
                  <a16:creationId xmlns:a16="http://schemas.microsoft.com/office/drawing/2014/main" id="{63C0F98D-7EA9-7D9B-AAB7-186E5D3F1488}"/>
                </a:ext>
              </a:extLst>
            </p:cNvPr>
            <p:cNvSpPr/>
            <p:nvPr/>
          </p:nvSpPr>
          <p:spPr>
            <a:xfrm>
              <a:off x="7968836" y="2883876"/>
              <a:ext cx="200923" cy="137453"/>
            </a:xfrm>
            <a:prstGeom prst="chevron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>
                <a:solidFill>
                  <a:schemeClr val="tx1"/>
                </a:solidFill>
              </a:endParaRPr>
            </a:p>
          </p:txBody>
        </p:sp>
        <p:sp>
          <p:nvSpPr>
            <p:cNvPr id="235" name="Flecha: cheurón 234">
              <a:extLst>
                <a:ext uri="{FF2B5EF4-FFF2-40B4-BE49-F238E27FC236}">
                  <a16:creationId xmlns:a16="http://schemas.microsoft.com/office/drawing/2014/main" id="{45DFEBBD-6645-84AA-5E7D-3348D4D4BFF0}"/>
                </a:ext>
              </a:extLst>
            </p:cNvPr>
            <p:cNvSpPr/>
            <p:nvPr/>
          </p:nvSpPr>
          <p:spPr>
            <a:xfrm>
              <a:off x="8169759" y="2883875"/>
              <a:ext cx="200923" cy="137453"/>
            </a:xfrm>
            <a:prstGeom prst="chevron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solidFill>
                  <a:schemeClr val="tx1"/>
                </a:solidFill>
              </a:endParaRPr>
            </a:p>
          </p:txBody>
        </p:sp>
      </p:grpSp>
      <p:grpSp>
        <p:nvGrpSpPr>
          <p:cNvPr id="246" name="Grupo 245">
            <a:extLst>
              <a:ext uri="{FF2B5EF4-FFF2-40B4-BE49-F238E27FC236}">
                <a16:creationId xmlns:a16="http://schemas.microsoft.com/office/drawing/2014/main" id="{451E0D51-A75B-7B17-3BCD-C257E23D16CD}"/>
              </a:ext>
            </a:extLst>
          </p:cNvPr>
          <p:cNvGrpSpPr/>
          <p:nvPr/>
        </p:nvGrpSpPr>
        <p:grpSpPr>
          <a:xfrm rot="19931559">
            <a:off x="4485291" y="3605804"/>
            <a:ext cx="518548" cy="108930"/>
            <a:chOff x="7777424" y="2883875"/>
            <a:chExt cx="593258" cy="137455"/>
          </a:xfrm>
        </p:grpSpPr>
        <p:sp>
          <p:nvSpPr>
            <p:cNvPr id="247" name="Flecha: cheurón 246">
              <a:extLst>
                <a:ext uri="{FF2B5EF4-FFF2-40B4-BE49-F238E27FC236}">
                  <a16:creationId xmlns:a16="http://schemas.microsoft.com/office/drawing/2014/main" id="{A70E2B3A-861A-83C7-DC8A-A56777C59FE7}"/>
                </a:ext>
              </a:extLst>
            </p:cNvPr>
            <p:cNvSpPr/>
            <p:nvPr/>
          </p:nvSpPr>
          <p:spPr>
            <a:xfrm>
              <a:off x="7777424" y="2883877"/>
              <a:ext cx="200923" cy="137453"/>
            </a:xfrm>
            <a:prstGeom prst="chevron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solidFill>
                  <a:schemeClr val="tx1"/>
                </a:solidFill>
              </a:endParaRPr>
            </a:p>
          </p:txBody>
        </p:sp>
        <p:sp>
          <p:nvSpPr>
            <p:cNvPr id="248" name="Flecha: cheurón 247">
              <a:extLst>
                <a:ext uri="{FF2B5EF4-FFF2-40B4-BE49-F238E27FC236}">
                  <a16:creationId xmlns:a16="http://schemas.microsoft.com/office/drawing/2014/main" id="{1B2FD218-DAB6-33E8-86A7-876FA9C2A71D}"/>
                </a:ext>
              </a:extLst>
            </p:cNvPr>
            <p:cNvSpPr/>
            <p:nvPr/>
          </p:nvSpPr>
          <p:spPr>
            <a:xfrm>
              <a:off x="7968836" y="2883876"/>
              <a:ext cx="200923" cy="137453"/>
            </a:xfrm>
            <a:prstGeom prst="chevron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>
                <a:solidFill>
                  <a:schemeClr val="tx1"/>
                </a:solidFill>
              </a:endParaRPr>
            </a:p>
          </p:txBody>
        </p:sp>
        <p:sp>
          <p:nvSpPr>
            <p:cNvPr id="249" name="Flecha: cheurón 248">
              <a:extLst>
                <a:ext uri="{FF2B5EF4-FFF2-40B4-BE49-F238E27FC236}">
                  <a16:creationId xmlns:a16="http://schemas.microsoft.com/office/drawing/2014/main" id="{BF6C67BB-473C-809B-D469-AD01C1B5102B}"/>
                </a:ext>
              </a:extLst>
            </p:cNvPr>
            <p:cNvSpPr/>
            <p:nvPr/>
          </p:nvSpPr>
          <p:spPr>
            <a:xfrm>
              <a:off x="8169759" y="2883875"/>
              <a:ext cx="200923" cy="137453"/>
            </a:xfrm>
            <a:prstGeom prst="chevron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54" name="Tabla 253">
                <a:extLst>
                  <a:ext uri="{FF2B5EF4-FFF2-40B4-BE49-F238E27FC236}">
                    <a16:creationId xmlns:a16="http://schemas.microsoft.com/office/drawing/2014/main" id="{6D9854B9-3DE3-CB48-E163-E7CE5068FD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88994402"/>
                  </p:ext>
                </p:extLst>
              </p:nvPr>
            </p:nvGraphicFramePr>
            <p:xfrm>
              <a:off x="6603078" y="1978187"/>
              <a:ext cx="4712624" cy="2761452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673232">
                      <a:extLst>
                        <a:ext uri="{9D8B030D-6E8A-4147-A177-3AD203B41FA5}">
                          <a16:colId xmlns:a16="http://schemas.microsoft.com/office/drawing/2014/main" val="1241731988"/>
                        </a:ext>
                      </a:extLst>
                    </a:gridCol>
                    <a:gridCol w="673232">
                      <a:extLst>
                        <a:ext uri="{9D8B030D-6E8A-4147-A177-3AD203B41FA5}">
                          <a16:colId xmlns:a16="http://schemas.microsoft.com/office/drawing/2014/main" val="3113541512"/>
                        </a:ext>
                      </a:extLst>
                    </a:gridCol>
                    <a:gridCol w="673232">
                      <a:extLst>
                        <a:ext uri="{9D8B030D-6E8A-4147-A177-3AD203B41FA5}">
                          <a16:colId xmlns:a16="http://schemas.microsoft.com/office/drawing/2014/main" val="1124942470"/>
                        </a:ext>
                      </a:extLst>
                    </a:gridCol>
                    <a:gridCol w="673232">
                      <a:extLst>
                        <a:ext uri="{9D8B030D-6E8A-4147-A177-3AD203B41FA5}">
                          <a16:colId xmlns:a16="http://schemas.microsoft.com/office/drawing/2014/main" val="437832439"/>
                        </a:ext>
                      </a:extLst>
                    </a:gridCol>
                    <a:gridCol w="673232">
                      <a:extLst>
                        <a:ext uri="{9D8B030D-6E8A-4147-A177-3AD203B41FA5}">
                          <a16:colId xmlns:a16="http://schemas.microsoft.com/office/drawing/2014/main" val="957751468"/>
                        </a:ext>
                      </a:extLst>
                    </a:gridCol>
                    <a:gridCol w="673232">
                      <a:extLst>
                        <a:ext uri="{9D8B030D-6E8A-4147-A177-3AD203B41FA5}">
                          <a16:colId xmlns:a16="http://schemas.microsoft.com/office/drawing/2014/main" val="2610375417"/>
                        </a:ext>
                      </a:extLst>
                    </a:gridCol>
                    <a:gridCol w="673232">
                      <a:extLst>
                        <a:ext uri="{9D8B030D-6E8A-4147-A177-3AD203B41FA5}">
                          <a16:colId xmlns:a16="http://schemas.microsoft.com/office/drawing/2014/main" val="2092864151"/>
                        </a:ext>
                      </a:extLst>
                    </a:gridCol>
                  </a:tblGrid>
                  <a:tr h="466362">
                    <a:tc>
                      <a:txBody>
                        <a:bodyPr/>
                        <a:lstStyle/>
                        <a:p>
                          <a:pPr algn="ctr"/>
                          <a:endParaRPr lang="es-CO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600" b="0" dirty="0"/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600" b="0" dirty="0"/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600" b="0" dirty="0"/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600" b="0" dirty="0"/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600" b="0" dirty="0"/>
                            <a:t>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600" b="0" dirty="0"/>
                            <a:t>7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36247716"/>
                      </a:ext>
                    </a:extLst>
                  </a:tr>
                  <a:tr h="4590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600" b="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CO" sz="14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hruti" panose="020B050204020402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CO" sz="14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hruti" panose="020B050204020402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CO" sz="14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hruti" panose="020B050204020402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CO" sz="14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hruti" panose="020B050204020402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CO" sz="14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hruti" panose="020B050204020402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CO" sz="14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hruti" panose="020B0502040204020203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39884427"/>
                      </a:ext>
                    </a:extLst>
                  </a:tr>
                  <a:tr h="4590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600" b="0" dirty="0"/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2</m:t>
                                    </m:r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CO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2</m:t>
                                    </m:r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CO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2</m:t>
                                    </m:r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CO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2</m:t>
                                    </m:r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CO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2</m:t>
                                    </m:r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CO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2</m:t>
                                    </m:r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CO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55309294"/>
                      </a:ext>
                    </a:extLst>
                  </a:tr>
                  <a:tr h="4590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600" b="0" dirty="0"/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3</m:t>
                                    </m:r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CO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33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CO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34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CO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35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CO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36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CO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37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CO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5363536"/>
                      </a:ext>
                    </a:extLst>
                  </a:tr>
                  <a:tr h="4590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600" b="0" dirty="0"/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4</m:t>
                                    </m:r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CO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43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CO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44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CO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45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CO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46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CO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47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CO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38373021"/>
                      </a:ext>
                    </a:extLst>
                  </a:tr>
                  <a:tr h="4590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600" b="0" dirty="0"/>
                            <a:t>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6</m:t>
                                    </m:r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CO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63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CO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64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CO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65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CO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66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CO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s-CO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hruti" panose="020B0502040204020203" pitchFamily="34" charset="0"/>
                                      </a:rPr>
                                      <m:t>67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CO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8515216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54" name="Tabla 253">
                <a:extLst>
                  <a:ext uri="{FF2B5EF4-FFF2-40B4-BE49-F238E27FC236}">
                    <a16:creationId xmlns:a16="http://schemas.microsoft.com/office/drawing/2014/main" id="{6D9854B9-3DE3-CB48-E163-E7CE5068FD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88994402"/>
                  </p:ext>
                </p:extLst>
              </p:nvPr>
            </p:nvGraphicFramePr>
            <p:xfrm>
              <a:off x="6603078" y="1978187"/>
              <a:ext cx="4712624" cy="2761452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673232">
                      <a:extLst>
                        <a:ext uri="{9D8B030D-6E8A-4147-A177-3AD203B41FA5}">
                          <a16:colId xmlns:a16="http://schemas.microsoft.com/office/drawing/2014/main" val="1241731988"/>
                        </a:ext>
                      </a:extLst>
                    </a:gridCol>
                    <a:gridCol w="673232">
                      <a:extLst>
                        <a:ext uri="{9D8B030D-6E8A-4147-A177-3AD203B41FA5}">
                          <a16:colId xmlns:a16="http://schemas.microsoft.com/office/drawing/2014/main" val="3113541512"/>
                        </a:ext>
                      </a:extLst>
                    </a:gridCol>
                    <a:gridCol w="673232">
                      <a:extLst>
                        <a:ext uri="{9D8B030D-6E8A-4147-A177-3AD203B41FA5}">
                          <a16:colId xmlns:a16="http://schemas.microsoft.com/office/drawing/2014/main" val="1124942470"/>
                        </a:ext>
                      </a:extLst>
                    </a:gridCol>
                    <a:gridCol w="673232">
                      <a:extLst>
                        <a:ext uri="{9D8B030D-6E8A-4147-A177-3AD203B41FA5}">
                          <a16:colId xmlns:a16="http://schemas.microsoft.com/office/drawing/2014/main" val="437832439"/>
                        </a:ext>
                      </a:extLst>
                    </a:gridCol>
                    <a:gridCol w="673232">
                      <a:extLst>
                        <a:ext uri="{9D8B030D-6E8A-4147-A177-3AD203B41FA5}">
                          <a16:colId xmlns:a16="http://schemas.microsoft.com/office/drawing/2014/main" val="957751468"/>
                        </a:ext>
                      </a:extLst>
                    </a:gridCol>
                    <a:gridCol w="673232">
                      <a:extLst>
                        <a:ext uri="{9D8B030D-6E8A-4147-A177-3AD203B41FA5}">
                          <a16:colId xmlns:a16="http://schemas.microsoft.com/office/drawing/2014/main" val="2610375417"/>
                        </a:ext>
                      </a:extLst>
                    </a:gridCol>
                    <a:gridCol w="673232">
                      <a:extLst>
                        <a:ext uri="{9D8B030D-6E8A-4147-A177-3AD203B41FA5}">
                          <a16:colId xmlns:a16="http://schemas.microsoft.com/office/drawing/2014/main" val="2092864151"/>
                        </a:ext>
                      </a:extLst>
                    </a:gridCol>
                  </a:tblGrid>
                  <a:tr h="466362">
                    <a:tc>
                      <a:txBody>
                        <a:bodyPr/>
                        <a:lstStyle/>
                        <a:p>
                          <a:pPr algn="ctr"/>
                          <a:endParaRPr lang="es-CO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600" b="0" dirty="0"/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600" b="0" dirty="0"/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600" b="0" dirty="0"/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600" b="0" dirty="0"/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600" b="0" dirty="0"/>
                            <a:t>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600" b="0" dirty="0"/>
                            <a:t>7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36247716"/>
                      </a:ext>
                    </a:extLst>
                  </a:tr>
                  <a:tr h="4590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600" b="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818" t="-104000" r="-506364" b="-405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000" t="-104000" r="-401802" b="-405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2727" t="-104000" r="-305455" b="-405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9099" t="-104000" r="-202703" b="-405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3636" t="-104000" r="-104545" b="-405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98198" t="-104000" r="-3604" b="-405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39884427"/>
                      </a:ext>
                    </a:extLst>
                  </a:tr>
                  <a:tr h="4590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600" b="0" dirty="0"/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818" t="-201316" r="-506364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000" t="-201316" r="-401802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2727" t="-201316" r="-305455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9099" t="-201316" r="-202703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3636" t="-201316" r="-104545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98198" t="-201316" r="-3604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5309294"/>
                      </a:ext>
                    </a:extLst>
                  </a:tr>
                  <a:tr h="4590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600" b="0" dirty="0"/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818" t="-305333" r="-506364" b="-2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000" t="-305333" r="-401802" b="-2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2727" t="-305333" r="-305455" b="-2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9099" t="-305333" r="-202703" b="-2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3636" t="-305333" r="-104545" b="-2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98198" t="-305333" r="-3604" b="-20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363536"/>
                      </a:ext>
                    </a:extLst>
                  </a:tr>
                  <a:tr h="4590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600" b="0" dirty="0"/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818" t="-400000" r="-506364" b="-1013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000" t="-400000" r="-401802" b="-1013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2727" t="-400000" r="-305455" b="-1013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9099" t="-400000" r="-202703" b="-1013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3636" t="-400000" r="-104545" b="-1013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98198" t="-400000" r="-3604" b="-10131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8373021"/>
                      </a:ext>
                    </a:extLst>
                  </a:tr>
                  <a:tr h="4590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600" b="0" dirty="0"/>
                            <a:t>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818" t="-506667" r="-506364" b="-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000" t="-506667" r="-401802" b="-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2727" t="-506667" r="-305455" b="-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9099" t="-506667" r="-202703" b="-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3636" t="-506667" r="-104545" b="-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98198" t="-506667" r="-3604" b="-2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5152166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256" name="Conector recto de flecha 255">
            <a:extLst>
              <a:ext uri="{FF2B5EF4-FFF2-40B4-BE49-F238E27FC236}">
                <a16:creationId xmlns:a16="http://schemas.microsoft.com/office/drawing/2014/main" id="{6F3873B2-63B9-ACF1-6DBF-56BFCA796B35}"/>
              </a:ext>
            </a:extLst>
          </p:cNvPr>
          <p:cNvCxnSpPr>
            <a:cxnSpLocks/>
            <a:endCxn id="133" idx="2"/>
          </p:cNvCxnSpPr>
          <p:nvPr/>
        </p:nvCxnSpPr>
        <p:spPr>
          <a:xfrm flipV="1">
            <a:off x="3568779" y="1530117"/>
            <a:ext cx="1533221" cy="644683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0" name="Conector recto de flecha 259">
            <a:extLst>
              <a:ext uri="{FF2B5EF4-FFF2-40B4-BE49-F238E27FC236}">
                <a16:creationId xmlns:a16="http://schemas.microsoft.com/office/drawing/2014/main" id="{B78BE8B2-570D-97B9-0F12-A2EE95D6B4F7}"/>
              </a:ext>
            </a:extLst>
          </p:cNvPr>
          <p:cNvCxnSpPr>
            <a:cxnSpLocks/>
          </p:cNvCxnSpPr>
          <p:nvPr/>
        </p:nvCxnSpPr>
        <p:spPr>
          <a:xfrm flipV="1">
            <a:off x="5344707" y="1852458"/>
            <a:ext cx="9293" cy="1091329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63" name="CuadroTexto 262">
            <a:extLst>
              <a:ext uri="{FF2B5EF4-FFF2-40B4-BE49-F238E27FC236}">
                <a16:creationId xmlns:a16="http://schemas.microsoft.com/office/drawing/2014/main" id="{BC3C592C-54CF-6AED-3EB6-02BD3A510D56}"/>
              </a:ext>
            </a:extLst>
          </p:cNvPr>
          <p:cNvSpPr txBox="1"/>
          <p:nvPr/>
        </p:nvSpPr>
        <p:spPr>
          <a:xfrm rot="16200000">
            <a:off x="5699063" y="2885379"/>
            <a:ext cx="1409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Orígenes</a:t>
            </a:r>
          </a:p>
        </p:txBody>
      </p:sp>
      <p:sp>
        <p:nvSpPr>
          <p:cNvPr id="264" name="CuadroTexto 263">
            <a:extLst>
              <a:ext uri="{FF2B5EF4-FFF2-40B4-BE49-F238E27FC236}">
                <a16:creationId xmlns:a16="http://schemas.microsoft.com/office/drawing/2014/main" id="{826EEAAF-8B96-1554-0597-C5DA75D172EE}"/>
              </a:ext>
            </a:extLst>
          </p:cNvPr>
          <p:cNvSpPr txBox="1"/>
          <p:nvPr/>
        </p:nvSpPr>
        <p:spPr>
          <a:xfrm>
            <a:off x="8282940" y="1648737"/>
            <a:ext cx="1889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Destinos</a:t>
            </a:r>
          </a:p>
        </p:txBody>
      </p:sp>
      <p:cxnSp>
        <p:nvCxnSpPr>
          <p:cNvPr id="265" name="Conector recto de flecha 264">
            <a:extLst>
              <a:ext uri="{FF2B5EF4-FFF2-40B4-BE49-F238E27FC236}">
                <a16:creationId xmlns:a16="http://schemas.microsoft.com/office/drawing/2014/main" id="{23753C5C-FD64-4E0D-DDB4-F56B8AEF5A04}"/>
              </a:ext>
            </a:extLst>
          </p:cNvPr>
          <p:cNvCxnSpPr>
            <a:cxnSpLocks/>
          </p:cNvCxnSpPr>
          <p:nvPr/>
        </p:nvCxnSpPr>
        <p:spPr>
          <a:xfrm>
            <a:off x="1634339" y="3370116"/>
            <a:ext cx="2664000" cy="1307306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7" name="Conector recto de flecha 266">
            <a:extLst>
              <a:ext uri="{FF2B5EF4-FFF2-40B4-BE49-F238E27FC236}">
                <a16:creationId xmlns:a16="http://schemas.microsoft.com/office/drawing/2014/main" id="{43B8B4C0-2648-FA38-44DF-C1D862C5416E}"/>
              </a:ext>
            </a:extLst>
          </p:cNvPr>
          <p:cNvCxnSpPr>
            <a:cxnSpLocks/>
            <a:stCxn id="135" idx="6"/>
            <a:endCxn id="131" idx="2"/>
          </p:cNvCxnSpPr>
          <p:nvPr/>
        </p:nvCxnSpPr>
        <p:spPr>
          <a:xfrm>
            <a:off x="2735522" y="4829325"/>
            <a:ext cx="1549210" cy="334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0" name="Conector recto de flecha 269">
            <a:extLst>
              <a:ext uri="{FF2B5EF4-FFF2-40B4-BE49-F238E27FC236}">
                <a16:creationId xmlns:a16="http://schemas.microsoft.com/office/drawing/2014/main" id="{61F62D55-DBCD-A9D0-1621-A420991124D5}"/>
              </a:ext>
            </a:extLst>
          </p:cNvPr>
          <p:cNvCxnSpPr>
            <a:cxnSpLocks/>
          </p:cNvCxnSpPr>
          <p:nvPr/>
        </p:nvCxnSpPr>
        <p:spPr>
          <a:xfrm flipH="1">
            <a:off x="4670214" y="3552109"/>
            <a:ext cx="589716" cy="1003257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2" name="Conector recto de flecha 271">
            <a:extLst>
              <a:ext uri="{FF2B5EF4-FFF2-40B4-BE49-F238E27FC236}">
                <a16:creationId xmlns:a16="http://schemas.microsoft.com/office/drawing/2014/main" id="{DCC73E5A-897F-9DBE-70AE-71271426309C}"/>
              </a:ext>
            </a:extLst>
          </p:cNvPr>
          <p:cNvCxnSpPr>
            <a:cxnSpLocks/>
          </p:cNvCxnSpPr>
          <p:nvPr/>
        </p:nvCxnSpPr>
        <p:spPr>
          <a:xfrm>
            <a:off x="1528431" y="3489335"/>
            <a:ext cx="792140" cy="1110971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5" name="Conector recto de flecha 274">
            <a:extLst>
              <a:ext uri="{FF2B5EF4-FFF2-40B4-BE49-F238E27FC236}">
                <a16:creationId xmlns:a16="http://schemas.microsoft.com/office/drawing/2014/main" id="{7DE60E95-31FA-A52C-6030-F65161E6B77A}"/>
              </a:ext>
            </a:extLst>
          </p:cNvPr>
          <p:cNvCxnSpPr>
            <a:cxnSpLocks/>
          </p:cNvCxnSpPr>
          <p:nvPr/>
        </p:nvCxnSpPr>
        <p:spPr>
          <a:xfrm flipV="1">
            <a:off x="1641929" y="2377701"/>
            <a:ext cx="1404786" cy="730595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278" name="Grupo 277">
            <a:extLst>
              <a:ext uri="{FF2B5EF4-FFF2-40B4-BE49-F238E27FC236}">
                <a16:creationId xmlns:a16="http://schemas.microsoft.com/office/drawing/2014/main" id="{3C57AB3A-408C-01E8-720C-42971D7A63C2}"/>
              </a:ext>
            </a:extLst>
          </p:cNvPr>
          <p:cNvGrpSpPr/>
          <p:nvPr/>
        </p:nvGrpSpPr>
        <p:grpSpPr>
          <a:xfrm rot="9011756">
            <a:off x="2742511" y="4301363"/>
            <a:ext cx="518548" cy="108930"/>
            <a:chOff x="7777424" y="2883875"/>
            <a:chExt cx="593258" cy="137455"/>
          </a:xfrm>
        </p:grpSpPr>
        <p:sp>
          <p:nvSpPr>
            <p:cNvPr id="279" name="Flecha: cheurón 278">
              <a:extLst>
                <a:ext uri="{FF2B5EF4-FFF2-40B4-BE49-F238E27FC236}">
                  <a16:creationId xmlns:a16="http://schemas.microsoft.com/office/drawing/2014/main" id="{41F563C1-2925-E551-2D38-DF1CDCD97487}"/>
                </a:ext>
              </a:extLst>
            </p:cNvPr>
            <p:cNvSpPr/>
            <p:nvPr/>
          </p:nvSpPr>
          <p:spPr>
            <a:xfrm>
              <a:off x="7777424" y="2883877"/>
              <a:ext cx="200923" cy="137453"/>
            </a:xfrm>
            <a:prstGeom prst="chevron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solidFill>
                  <a:schemeClr val="tx1"/>
                </a:solidFill>
              </a:endParaRPr>
            </a:p>
          </p:txBody>
        </p:sp>
        <p:sp>
          <p:nvSpPr>
            <p:cNvPr id="280" name="Flecha: cheurón 279">
              <a:extLst>
                <a:ext uri="{FF2B5EF4-FFF2-40B4-BE49-F238E27FC236}">
                  <a16:creationId xmlns:a16="http://schemas.microsoft.com/office/drawing/2014/main" id="{C1EBAEA7-EE7F-15DE-7358-AD4F050FEE8C}"/>
                </a:ext>
              </a:extLst>
            </p:cNvPr>
            <p:cNvSpPr/>
            <p:nvPr/>
          </p:nvSpPr>
          <p:spPr>
            <a:xfrm>
              <a:off x="7968836" y="2883876"/>
              <a:ext cx="200923" cy="137453"/>
            </a:xfrm>
            <a:prstGeom prst="chevron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>
                <a:solidFill>
                  <a:schemeClr val="tx1"/>
                </a:solidFill>
              </a:endParaRPr>
            </a:p>
          </p:txBody>
        </p:sp>
        <p:sp>
          <p:nvSpPr>
            <p:cNvPr id="281" name="Flecha: cheurón 280">
              <a:extLst>
                <a:ext uri="{FF2B5EF4-FFF2-40B4-BE49-F238E27FC236}">
                  <a16:creationId xmlns:a16="http://schemas.microsoft.com/office/drawing/2014/main" id="{0FDDE2BB-6CAD-8CC8-43CB-6C6DC1CF79B3}"/>
                </a:ext>
              </a:extLst>
            </p:cNvPr>
            <p:cNvSpPr/>
            <p:nvPr/>
          </p:nvSpPr>
          <p:spPr>
            <a:xfrm>
              <a:off x="8169759" y="2883875"/>
              <a:ext cx="200923" cy="137453"/>
            </a:xfrm>
            <a:prstGeom prst="chevron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solidFill>
                  <a:schemeClr val="tx1"/>
                </a:solidFill>
              </a:endParaRPr>
            </a:p>
          </p:txBody>
        </p:sp>
      </p:grpSp>
      <p:grpSp>
        <p:nvGrpSpPr>
          <p:cNvPr id="282" name="Grupo 281">
            <a:extLst>
              <a:ext uri="{FF2B5EF4-FFF2-40B4-BE49-F238E27FC236}">
                <a16:creationId xmlns:a16="http://schemas.microsoft.com/office/drawing/2014/main" id="{791CDF42-2404-D6B8-E12A-4281E7208986}"/>
              </a:ext>
            </a:extLst>
          </p:cNvPr>
          <p:cNvGrpSpPr/>
          <p:nvPr/>
        </p:nvGrpSpPr>
        <p:grpSpPr>
          <a:xfrm rot="8942499">
            <a:off x="4386231" y="3422924"/>
            <a:ext cx="518548" cy="108930"/>
            <a:chOff x="7777424" y="2883875"/>
            <a:chExt cx="593258" cy="137455"/>
          </a:xfrm>
        </p:grpSpPr>
        <p:sp>
          <p:nvSpPr>
            <p:cNvPr id="283" name="Flecha: cheurón 282">
              <a:extLst>
                <a:ext uri="{FF2B5EF4-FFF2-40B4-BE49-F238E27FC236}">
                  <a16:creationId xmlns:a16="http://schemas.microsoft.com/office/drawing/2014/main" id="{76285530-BCEE-786E-3E4C-D4B59F323AE5}"/>
                </a:ext>
              </a:extLst>
            </p:cNvPr>
            <p:cNvSpPr/>
            <p:nvPr/>
          </p:nvSpPr>
          <p:spPr>
            <a:xfrm>
              <a:off x="7777424" y="2883877"/>
              <a:ext cx="200923" cy="137453"/>
            </a:xfrm>
            <a:prstGeom prst="chevron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solidFill>
                  <a:schemeClr val="tx1"/>
                </a:solidFill>
              </a:endParaRPr>
            </a:p>
          </p:txBody>
        </p:sp>
        <p:sp>
          <p:nvSpPr>
            <p:cNvPr id="284" name="Flecha: cheurón 283">
              <a:extLst>
                <a:ext uri="{FF2B5EF4-FFF2-40B4-BE49-F238E27FC236}">
                  <a16:creationId xmlns:a16="http://schemas.microsoft.com/office/drawing/2014/main" id="{98EEEFDF-EFD2-BC6F-B9C1-83E3266E43AF}"/>
                </a:ext>
              </a:extLst>
            </p:cNvPr>
            <p:cNvSpPr/>
            <p:nvPr/>
          </p:nvSpPr>
          <p:spPr>
            <a:xfrm>
              <a:off x="7968836" y="2883876"/>
              <a:ext cx="200923" cy="137453"/>
            </a:xfrm>
            <a:prstGeom prst="chevron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>
                <a:solidFill>
                  <a:schemeClr val="tx1"/>
                </a:solidFill>
              </a:endParaRPr>
            </a:p>
          </p:txBody>
        </p:sp>
        <p:sp>
          <p:nvSpPr>
            <p:cNvPr id="285" name="Flecha: cheurón 284">
              <a:extLst>
                <a:ext uri="{FF2B5EF4-FFF2-40B4-BE49-F238E27FC236}">
                  <a16:creationId xmlns:a16="http://schemas.microsoft.com/office/drawing/2014/main" id="{A55B7C51-B6E7-B917-EE37-AFBE106F8C76}"/>
                </a:ext>
              </a:extLst>
            </p:cNvPr>
            <p:cNvSpPr/>
            <p:nvPr/>
          </p:nvSpPr>
          <p:spPr>
            <a:xfrm>
              <a:off x="8169759" y="2883875"/>
              <a:ext cx="200923" cy="137453"/>
            </a:xfrm>
            <a:prstGeom prst="chevron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solidFill>
                  <a:schemeClr val="tx1"/>
                </a:solidFill>
              </a:endParaRPr>
            </a:p>
          </p:txBody>
        </p:sp>
      </p:grpSp>
      <p:grpSp>
        <p:nvGrpSpPr>
          <p:cNvPr id="286" name="Grupo 285">
            <a:extLst>
              <a:ext uri="{FF2B5EF4-FFF2-40B4-BE49-F238E27FC236}">
                <a16:creationId xmlns:a16="http://schemas.microsoft.com/office/drawing/2014/main" id="{DD0F11D8-5FC8-D1F2-6595-EF11235EC5C1}"/>
              </a:ext>
            </a:extLst>
          </p:cNvPr>
          <p:cNvGrpSpPr/>
          <p:nvPr/>
        </p:nvGrpSpPr>
        <p:grpSpPr>
          <a:xfrm rot="14608653">
            <a:off x="3395123" y="3105978"/>
            <a:ext cx="470144" cy="120145"/>
            <a:chOff x="7777424" y="2883875"/>
            <a:chExt cx="593258" cy="137455"/>
          </a:xfrm>
        </p:grpSpPr>
        <p:sp>
          <p:nvSpPr>
            <p:cNvPr id="287" name="Flecha: cheurón 286">
              <a:extLst>
                <a:ext uri="{FF2B5EF4-FFF2-40B4-BE49-F238E27FC236}">
                  <a16:creationId xmlns:a16="http://schemas.microsoft.com/office/drawing/2014/main" id="{12532E63-5074-6CC0-A80C-DAC3A80467DF}"/>
                </a:ext>
              </a:extLst>
            </p:cNvPr>
            <p:cNvSpPr/>
            <p:nvPr/>
          </p:nvSpPr>
          <p:spPr>
            <a:xfrm>
              <a:off x="7777424" y="2883877"/>
              <a:ext cx="200923" cy="137453"/>
            </a:xfrm>
            <a:prstGeom prst="chevron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solidFill>
                  <a:schemeClr val="tx1"/>
                </a:solidFill>
              </a:endParaRPr>
            </a:p>
          </p:txBody>
        </p:sp>
        <p:sp>
          <p:nvSpPr>
            <p:cNvPr id="288" name="Flecha: cheurón 287">
              <a:extLst>
                <a:ext uri="{FF2B5EF4-FFF2-40B4-BE49-F238E27FC236}">
                  <a16:creationId xmlns:a16="http://schemas.microsoft.com/office/drawing/2014/main" id="{F63698D1-E4E1-346A-8DCF-8C6C63317F1D}"/>
                </a:ext>
              </a:extLst>
            </p:cNvPr>
            <p:cNvSpPr/>
            <p:nvPr/>
          </p:nvSpPr>
          <p:spPr>
            <a:xfrm>
              <a:off x="7968836" y="2883876"/>
              <a:ext cx="200923" cy="137453"/>
            </a:xfrm>
            <a:prstGeom prst="chevron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>
                <a:solidFill>
                  <a:schemeClr val="tx1"/>
                </a:solidFill>
              </a:endParaRPr>
            </a:p>
          </p:txBody>
        </p:sp>
        <p:sp>
          <p:nvSpPr>
            <p:cNvPr id="289" name="Flecha: cheurón 288">
              <a:extLst>
                <a:ext uri="{FF2B5EF4-FFF2-40B4-BE49-F238E27FC236}">
                  <a16:creationId xmlns:a16="http://schemas.microsoft.com/office/drawing/2014/main" id="{954D893B-5BD6-09BC-6A3B-0DF250F6EFA6}"/>
                </a:ext>
              </a:extLst>
            </p:cNvPr>
            <p:cNvSpPr/>
            <p:nvPr/>
          </p:nvSpPr>
          <p:spPr>
            <a:xfrm>
              <a:off x="8169759" y="2883875"/>
              <a:ext cx="200923" cy="137453"/>
            </a:xfrm>
            <a:prstGeom prst="chevron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solidFill>
                  <a:schemeClr val="tx1"/>
                </a:solidFill>
              </a:endParaRPr>
            </a:p>
          </p:txBody>
        </p:sp>
      </p:grpSp>
      <p:grpSp>
        <p:nvGrpSpPr>
          <p:cNvPr id="290" name="Grupo 289">
            <a:extLst>
              <a:ext uri="{FF2B5EF4-FFF2-40B4-BE49-F238E27FC236}">
                <a16:creationId xmlns:a16="http://schemas.microsoft.com/office/drawing/2014/main" id="{3BF58A30-CF5F-0A76-FE30-B9C4E034D5AA}"/>
              </a:ext>
            </a:extLst>
          </p:cNvPr>
          <p:cNvGrpSpPr/>
          <p:nvPr/>
        </p:nvGrpSpPr>
        <p:grpSpPr>
          <a:xfrm rot="1429383">
            <a:off x="4088545" y="2822247"/>
            <a:ext cx="518548" cy="108930"/>
            <a:chOff x="7777424" y="2883875"/>
            <a:chExt cx="593258" cy="137455"/>
          </a:xfrm>
        </p:grpSpPr>
        <p:sp>
          <p:nvSpPr>
            <p:cNvPr id="291" name="Flecha: cheurón 290">
              <a:extLst>
                <a:ext uri="{FF2B5EF4-FFF2-40B4-BE49-F238E27FC236}">
                  <a16:creationId xmlns:a16="http://schemas.microsoft.com/office/drawing/2014/main" id="{428F2C20-243E-E018-FC93-DCD1B69188BB}"/>
                </a:ext>
              </a:extLst>
            </p:cNvPr>
            <p:cNvSpPr/>
            <p:nvPr/>
          </p:nvSpPr>
          <p:spPr>
            <a:xfrm>
              <a:off x="7777424" y="2883877"/>
              <a:ext cx="200923" cy="137453"/>
            </a:xfrm>
            <a:prstGeom prst="chevron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solidFill>
                  <a:schemeClr val="tx1"/>
                </a:solidFill>
              </a:endParaRPr>
            </a:p>
          </p:txBody>
        </p:sp>
        <p:sp>
          <p:nvSpPr>
            <p:cNvPr id="292" name="Flecha: cheurón 291">
              <a:extLst>
                <a:ext uri="{FF2B5EF4-FFF2-40B4-BE49-F238E27FC236}">
                  <a16:creationId xmlns:a16="http://schemas.microsoft.com/office/drawing/2014/main" id="{E79E5CE6-1557-AFE9-DA84-83B061F83E5B}"/>
                </a:ext>
              </a:extLst>
            </p:cNvPr>
            <p:cNvSpPr/>
            <p:nvPr/>
          </p:nvSpPr>
          <p:spPr>
            <a:xfrm>
              <a:off x="7968836" y="2883876"/>
              <a:ext cx="200923" cy="137453"/>
            </a:xfrm>
            <a:prstGeom prst="chevron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>
                <a:solidFill>
                  <a:schemeClr val="tx1"/>
                </a:solidFill>
              </a:endParaRPr>
            </a:p>
          </p:txBody>
        </p:sp>
        <p:sp>
          <p:nvSpPr>
            <p:cNvPr id="293" name="Flecha: cheurón 292">
              <a:extLst>
                <a:ext uri="{FF2B5EF4-FFF2-40B4-BE49-F238E27FC236}">
                  <a16:creationId xmlns:a16="http://schemas.microsoft.com/office/drawing/2014/main" id="{27BE88A0-1D42-6EEA-DD4C-12EF9BB2690F}"/>
                </a:ext>
              </a:extLst>
            </p:cNvPr>
            <p:cNvSpPr/>
            <p:nvPr/>
          </p:nvSpPr>
          <p:spPr>
            <a:xfrm>
              <a:off x="8169759" y="2883875"/>
              <a:ext cx="200923" cy="137453"/>
            </a:xfrm>
            <a:prstGeom prst="chevron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solidFill>
                  <a:schemeClr val="tx1"/>
                </a:solidFill>
              </a:endParaRPr>
            </a:p>
          </p:txBody>
        </p:sp>
      </p:grpSp>
      <p:sp>
        <p:nvSpPr>
          <p:cNvPr id="296" name="Rectángulo: esquinas redondeadas 295">
            <a:extLst>
              <a:ext uri="{FF2B5EF4-FFF2-40B4-BE49-F238E27FC236}">
                <a16:creationId xmlns:a16="http://schemas.microsoft.com/office/drawing/2014/main" id="{A1E0213B-9AB8-4A64-23CF-12C6DBFC67D6}"/>
              </a:ext>
            </a:extLst>
          </p:cNvPr>
          <p:cNvSpPr/>
          <p:nvPr/>
        </p:nvSpPr>
        <p:spPr>
          <a:xfrm>
            <a:off x="10617513" y="2404847"/>
            <a:ext cx="720000" cy="540000"/>
          </a:xfrm>
          <a:prstGeom prst="roundRect">
            <a:avLst/>
          </a:prstGeom>
          <a:solidFill>
            <a:srgbClr val="EB712D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7" name="CuadroTexto 296">
            <a:extLst>
              <a:ext uri="{FF2B5EF4-FFF2-40B4-BE49-F238E27FC236}">
                <a16:creationId xmlns:a16="http://schemas.microsoft.com/office/drawing/2014/main" id="{D057EA0F-2A6B-E569-D527-7442C5C27CCE}"/>
              </a:ext>
            </a:extLst>
          </p:cNvPr>
          <p:cNvSpPr txBox="1"/>
          <p:nvPr/>
        </p:nvSpPr>
        <p:spPr>
          <a:xfrm>
            <a:off x="5897880" y="1354597"/>
            <a:ext cx="265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Matriz Origen-Destino: </a:t>
            </a:r>
            <a:r>
              <a:rPr lang="es-CO" b="1" dirty="0"/>
              <a:t>Z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02799951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</TotalTime>
  <Words>54</Words>
  <Application>Microsoft Office PowerPoint</Application>
  <PresentationFormat>Panorámica</PresentationFormat>
  <Paragraphs>51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Andrés</dc:creator>
  <cp:lastModifiedBy>Andrés</cp:lastModifiedBy>
  <cp:revision>1</cp:revision>
  <dcterms:created xsi:type="dcterms:W3CDTF">2026-06-06T17:41:26Z</dcterms:created>
  <dcterms:modified xsi:type="dcterms:W3CDTF">2026-06-07T00:21:24Z</dcterms:modified>
</cp:coreProperties>
</file>